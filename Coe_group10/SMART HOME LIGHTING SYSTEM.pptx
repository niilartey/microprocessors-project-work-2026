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8" r:id="rId12"/>
    <p:sldId id="269" r:id="rId13"/>
    <p:sldId id="264" r:id="rId14"/>
    <p:sldId id="265" r:id="rId15"/>
    <p:sldId id="266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87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5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4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5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6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6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44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9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44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9D97-8819-E87B-62F5-6A7884EFE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Smart Home Lighting System Using Clap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D65E0-9F78-BAFC-4570-524DDCB7A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6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576"/>
            <a:ext cx="7772400" cy="1609344"/>
          </a:xfrm>
        </p:spPr>
        <p:txBody>
          <a:bodyPr/>
          <a:lstStyle/>
          <a:p>
            <a:r>
              <a:rPr lang="en-US" dirty="0"/>
              <a:t>GROUP 10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93372"/>
            <a:ext cx="7772400" cy="49965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b="1" u="sng" dirty="0"/>
              <a:t>Group Members</a:t>
            </a:r>
          </a:p>
          <a:p>
            <a:r>
              <a:rPr dirty="0"/>
              <a:t>Awuah </a:t>
            </a:r>
            <a:r>
              <a:rPr lang="en-US" dirty="0" err="1"/>
              <a:t>Godfred</a:t>
            </a:r>
            <a:endParaRPr lang="en-US" dirty="0"/>
          </a:p>
          <a:p>
            <a:r>
              <a:rPr lang="en-US" dirty="0"/>
              <a:t>Kusi </a:t>
            </a:r>
            <a:r>
              <a:rPr lang="en-US" dirty="0" err="1"/>
              <a:t>Adumhene</a:t>
            </a:r>
            <a:r>
              <a:rPr lang="en-US" dirty="0"/>
              <a:t> Asamoah</a:t>
            </a:r>
          </a:p>
          <a:p>
            <a:r>
              <a:rPr lang="en-US" dirty="0" err="1"/>
              <a:t>Atafo</a:t>
            </a:r>
            <a:r>
              <a:rPr lang="en-US" dirty="0"/>
              <a:t> John </a:t>
            </a:r>
            <a:r>
              <a:rPr lang="en-US" dirty="0" err="1"/>
              <a:t>Anyinebora</a:t>
            </a:r>
            <a:endParaRPr lang="en-US" dirty="0"/>
          </a:p>
          <a:p>
            <a:r>
              <a:rPr lang="en-US" dirty="0"/>
              <a:t>Arhin Emmanuel Addai Mensah</a:t>
            </a:r>
          </a:p>
          <a:p>
            <a:r>
              <a:rPr lang="en-US" dirty="0" err="1"/>
              <a:t>Awumbila</a:t>
            </a:r>
            <a:r>
              <a:rPr lang="en-US" dirty="0"/>
              <a:t> Alfred </a:t>
            </a:r>
            <a:r>
              <a:rPr lang="en-US" dirty="0" err="1"/>
              <a:t>Wusuyado</a:t>
            </a:r>
            <a:endParaRPr lang="en-US" dirty="0"/>
          </a:p>
          <a:p>
            <a:r>
              <a:rPr lang="en-US" dirty="0"/>
              <a:t>Duah Eugene</a:t>
            </a:r>
          </a:p>
          <a:p>
            <a:r>
              <a:rPr lang="en-US" dirty="0" err="1"/>
              <a:t>Ennin</a:t>
            </a:r>
            <a:r>
              <a:rPr lang="en-US" dirty="0"/>
              <a:t> Richard Kwaku</a:t>
            </a:r>
          </a:p>
          <a:p>
            <a:r>
              <a:rPr lang="en-US" dirty="0"/>
              <a:t>Appiah Gideon</a:t>
            </a:r>
          </a:p>
          <a:p>
            <a:r>
              <a:rPr lang="en-US" dirty="0"/>
              <a:t>Awuah Justin Owusu Afriyie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Introduction</a:t>
            </a:r>
          </a:p>
          <a:p>
            <a:pPr marL="0" indent="0">
              <a:buNone/>
            </a:pPr>
            <a:r>
              <a:rPr dirty="0"/>
              <a:t>2. Problem Statement</a:t>
            </a:r>
          </a:p>
          <a:p>
            <a:pPr marL="0" indent="0">
              <a:buNone/>
            </a:pPr>
            <a:r>
              <a:rPr dirty="0"/>
              <a:t>3. Methodology</a:t>
            </a:r>
          </a:p>
          <a:p>
            <a:pPr marL="0" indent="0">
              <a:buNone/>
            </a:pPr>
            <a:r>
              <a:rPr dirty="0"/>
              <a:t>4. System Components</a:t>
            </a:r>
          </a:p>
          <a:p>
            <a:pPr marL="0" indent="0">
              <a:buNone/>
            </a:pPr>
            <a:r>
              <a:rPr dirty="0"/>
              <a:t>5. Circuit Design</a:t>
            </a:r>
          </a:p>
          <a:p>
            <a:pPr marL="0" indent="0">
              <a:buNone/>
            </a:pPr>
            <a:r>
              <a:rPr dirty="0"/>
              <a:t>6. System Flow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7.Code</a:t>
            </a:r>
            <a:endParaRPr dirty="0"/>
          </a:p>
          <a:p>
            <a:pPr marL="0" indent="0">
              <a:buNone/>
            </a:pPr>
            <a:r>
              <a:rPr lang="en-US" dirty="0"/>
              <a:t>8</a:t>
            </a:r>
            <a:r>
              <a:rPr dirty="0"/>
              <a:t>. Code Overview</a:t>
            </a:r>
          </a:p>
          <a:p>
            <a:pPr marL="0" indent="0">
              <a:buNone/>
            </a:pPr>
            <a:r>
              <a:rPr lang="en-US" dirty="0"/>
              <a:t>9</a:t>
            </a:r>
            <a:r>
              <a:rPr dirty="0"/>
              <a:t>. Demonstration / Simulation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10. Results, Challenges, and Possible improvement</a:t>
            </a:r>
            <a:endParaRPr dirty="0"/>
          </a:p>
          <a:p>
            <a:pPr marL="0" indent="0">
              <a:buNone/>
            </a:pPr>
            <a:r>
              <a:rPr dirty="0"/>
              <a:t>11. 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96"/>
    </mc:Choice>
    <mc:Fallback xmlns="">
      <p:transition spd="slow" advTm="3879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home systems are designed to improve convenience and automation in homes.</a:t>
            </a:r>
          </a:p>
          <a:p>
            <a:endParaRPr/>
          </a:p>
          <a:p>
            <a:r>
              <a:t>This project focuses on controlling lighting using sound detection.</a:t>
            </a:r>
          </a:p>
          <a:p>
            <a:endParaRPr/>
          </a:p>
          <a:p>
            <a:r>
              <a:t>A clap sound is detected by a sensor and processed by an Arduino to control a light (LED).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66"/>
    </mc:Choice>
    <mc:Fallback xmlns="">
      <p:transition spd="slow" advTm="2646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Traditional lighting systems require manual switches.</a:t>
            </a:r>
          </a:p>
          <a:p>
            <a:endParaRPr/>
          </a:p>
          <a:p>
            <a:r>
              <a:t>This can be inconvenient when:</a:t>
            </a:r>
          </a:p>
          <a:p>
            <a:r>
              <a:t>- The switch is far away</a:t>
            </a:r>
          </a:p>
          <a:p>
            <a:r>
              <a:t>- The user's hands are occupied</a:t>
            </a:r>
          </a:p>
          <a:p>
            <a:r>
              <a:t>- Accessibility is required</a:t>
            </a:r>
          </a:p>
          <a:p>
            <a:endParaRPr/>
          </a:p>
          <a:p>
            <a:r>
              <a:t>This project proposes a clap-controlled lighting system.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60"/>
    </mc:Choice>
    <mc:Fallback xmlns="">
      <p:transition spd="slow" advTm="4196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system operates using the following process: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1. A clap sound is detected by the sound sensor.</a:t>
            </a:r>
          </a:p>
          <a:p>
            <a:pPr marL="0" indent="0">
              <a:buNone/>
            </a:pPr>
            <a:r>
              <a:rPr dirty="0"/>
              <a:t>2. The sensor sends a signal to the Arduino.</a:t>
            </a:r>
          </a:p>
          <a:p>
            <a:pPr marL="0" indent="0">
              <a:buNone/>
            </a:pPr>
            <a:r>
              <a:rPr dirty="0"/>
              <a:t>3. The Arduino processes the input signal.</a:t>
            </a:r>
          </a:p>
          <a:p>
            <a:pPr marL="0" indent="0">
              <a:buNone/>
            </a:pPr>
            <a:r>
              <a:rPr dirty="0"/>
              <a:t>4. The LED light is toggled ON or OFF.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84"/>
    </mc:Choice>
    <mc:Fallback xmlns="">
      <p:transition spd="slow" advTm="1828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Hardware used in the project:</a:t>
            </a:r>
          </a:p>
          <a:p>
            <a:pPr marL="0" indent="0">
              <a:buNone/>
            </a:pPr>
            <a:r>
              <a:rPr dirty="0"/>
              <a:t>- Arduino Uno</a:t>
            </a:r>
          </a:p>
          <a:p>
            <a:pPr marL="0" indent="0">
              <a:buNone/>
            </a:pPr>
            <a:r>
              <a:rPr dirty="0"/>
              <a:t>- Sound Sensor Module</a:t>
            </a:r>
          </a:p>
          <a:p>
            <a:pPr marL="0" indent="0">
              <a:buNone/>
            </a:pPr>
            <a:r>
              <a:rPr dirty="0"/>
              <a:t>- LED</a:t>
            </a:r>
          </a:p>
          <a:p>
            <a:pPr marL="0" indent="0">
              <a:buNone/>
            </a:pPr>
            <a:r>
              <a:rPr dirty="0"/>
              <a:t>- Breadboard</a:t>
            </a:r>
          </a:p>
          <a:p>
            <a:pPr marL="0" indent="0">
              <a:buNone/>
            </a:pPr>
            <a:r>
              <a:rPr dirty="0"/>
              <a:t>- Jumper Wires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Software used in the project:</a:t>
            </a:r>
          </a:p>
          <a:p>
            <a:pPr marL="0" indent="0">
              <a:buNone/>
            </a:pPr>
            <a:r>
              <a:rPr lang="en-US" dirty="0"/>
              <a:t>-Arduino IDE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27"/>
    </mc:Choice>
    <mc:Fallback xmlns="">
      <p:transition spd="slow" advTm="1542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Summary of  </a:t>
            </a:r>
            <a:r>
              <a:rPr dirty="0"/>
              <a:t>Connections:</a:t>
            </a:r>
          </a:p>
          <a:p>
            <a:pPr marL="0" indent="0">
              <a:buNone/>
            </a:pPr>
            <a:r>
              <a:rPr dirty="0"/>
              <a:t>Sound Sensor:</a:t>
            </a:r>
          </a:p>
          <a:p>
            <a:r>
              <a:rPr dirty="0"/>
              <a:t>VCC → 5V (Arduino)</a:t>
            </a:r>
          </a:p>
          <a:p>
            <a:r>
              <a:rPr dirty="0"/>
              <a:t>GND → GND</a:t>
            </a:r>
          </a:p>
          <a:p>
            <a:r>
              <a:rPr dirty="0"/>
              <a:t>OUT → Pin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LED</a:t>
            </a:r>
            <a:r>
              <a:rPr lang="en-US" dirty="0"/>
              <a:t>  connection:</a:t>
            </a:r>
            <a:endParaRPr dirty="0"/>
          </a:p>
          <a:p>
            <a:r>
              <a:rPr dirty="0"/>
              <a:t>Anode → Pin 13</a:t>
            </a:r>
          </a:p>
          <a:p>
            <a:r>
              <a:rPr dirty="0"/>
              <a:t>Cathode → GND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68"/>
    </mc:Choice>
    <mc:Fallback xmlns="">
      <p:transition spd="slow" advTm="2946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Circuit Design</a:t>
            </a:r>
            <a:r>
              <a:rPr lang="en-US" dirty="0"/>
              <a:t> Picture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62CD20-7814-A2DF-2113-66DA2E998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143579" y="869950"/>
            <a:ext cx="4051300" cy="6553200"/>
          </a:xfrm>
        </p:spPr>
      </p:pic>
    </p:spTree>
    <p:extLst>
      <p:ext uri="{BB962C8B-B14F-4D97-AF65-F5344CB8AC3E}">
        <p14:creationId xmlns:p14="http://schemas.microsoft.com/office/powerpoint/2010/main" val="226392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5"/>
    </mc:Choice>
    <mc:Fallback xmlns="">
      <p:transition spd="slow" advTm="561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Operation:</a:t>
            </a:r>
          </a:p>
          <a:p>
            <a:endParaRPr/>
          </a:p>
          <a:p>
            <a:r>
              <a:t>Clap → Sound Sensor → Arduino → LED Control</a:t>
            </a:r>
          </a:p>
          <a:p>
            <a:endParaRPr/>
          </a:p>
          <a:p>
            <a:r>
              <a:t>First Clap: LED turns ON</a:t>
            </a:r>
          </a:p>
          <a:p>
            <a:r>
              <a:t>Second Clap: LED turns OFF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78"/>
    </mc:Choice>
    <mc:Fallback xmlns="">
      <p:transition spd="slow" advTm="207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C4AB-D021-1B8B-DA88-89F1DC06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E1121-C678-E057-CDBE-E312AB0E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828800"/>
            <a:ext cx="7772400" cy="4103914"/>
          </a:xfrm>
        </p:spPr>
      </p:pic>
    </p:spTree>
    <p:extLst>
      <p:ext uri="{BB962C8B-B14F-4D97-AF65-F5344CB8AC3E}">
        <p14:creationId xmlns:p14="http://schemas.microsoft.com/office/powerpoint/2010/main" val="363008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084"/>
    </mc:Choice>
    <mc:Fallback xmlns="">
      <p:transition spd="slow" advTm="83084"/>
    </mc:Fallback>
  </mc:AlternateContent>
  <p:extLst>
    <p:ext uri="{3A86A75C-4F4B-4683-9AE1-C65F6400EC91}">
      <p14:laserTraceLst xmlns:p14="http://schemas.microsoft.com/office/powerpoint/2010/main">
        <p14:tracePtLst>
          <p14:tracePt t="20145" x="2324100" y="6216650"/>
          <p14:tracePt t="20363" x="2959100" y="6688138"/>
          <p14:tracePt t="20369" x="2959100" y="6592888"/>
          <p14:tracePt t="20378" x="2940050" y="6489700"/>
          <p14:tracePt t="20389" x="2940050" y="6337300"/>
          <p14:tracePt t="20393" x="2940050" y="6138863"/>
          <p14:tracePt t="20398" x="2940050" y="5969000"/>
          <p14:tracePt t="20406" x="2940050" y="5818188"/>
          <p14:tracePt t="20411" x="2940050" y="5703888"/>
          <p14:tracePt t="20420" x="2940050" y="5608638"/>
          <p14:tracePt t="20425" x="2940050" y="5562600"/>
          <p14:tracePt t="20437" x="2940050" y="5534025"/>
          <p14:tracePt t="20442" x="2940050" y="5514975"/>
          <p14:tracePt t="20447" x="2940050" y="5486400"/>
          <p14:tracePt t="20456" x="2940050" y="5476875"/>
          <p14:tracePt t="20460" x="2940050" y="5467350"/>
          <p14:tracePt t="20470" x="2940050" y="5457825"/>
          <p14:tracePt t="20475" x="2940050" y="5448300"/>
          <p14:tracePt t="20509" x="2940050" y="5438775"/>
          <p14:tracePt t="20525" x="2940050" y="5429250"/>
          <p14:tracePt t="20545" x="2932113" y="5419725"/>
          <p14:tracePt t="20554" x="2922588" y="5391150"/>
          <p14:tracePt t="20560" x="2903538" y="5345113"/>
          <p14:tracePt t="20568" x="2846388" y="5230813"/>
          <p14:tracePt t="20575" x="2798763" y="5164138"/>
          <p14:tracePt t="20581" x="2779713" y="5099050"/>
          <p14:tracePt t="20588" x="2751138" y="5060950"/>
          <p14:tracePt t="20594" x="2741613" y="5041900"/>
          <p14:tracePt t="20602" x="2722563" y="5022850"/>
          <p14:tracePt t="20608" x="2714625" y="4994275"/>
          <p14:tracePt t="20620" x="2695575" y="4975225"/>
          <p14:tracePt t="20627" x="2676525" y="4910138"/>
          <p14:tracePt t="20632" x="2571750" y="4710113"/>
          <p14:tracePt t="20640" x="2468563" y="4427538"/>
          <p14:tracePt t="20647" x="2411413" y="4284663"/>
          <p14:tracePt t="20653" x="2363788" y="4152900"/>
          <p14:tracePt t="20659" x="2335213" y="4048125"/>
          <p14:tracePt t="20669" x="2306638" y="3992563"/>
          <p14:tracePt t="20676" x="2297113" y="3954463"/>
          <p14:tracePt t="20685" x="2279650" y="3935413"/>
          <p14:tracePt t="20691" x="2279650" y="3906838"/>
          <p14:tracePt t="20696" x="2270125" y="3897313"/>
          <p14:tracePt t="20703" x="2270125" y="3887788"/>
          <p14:tracePt t="20707" x="2270125" y="3878263"/>
          <p14:tracePt t="20736" x="2270125" y="3868738"/>
          <p14:tracePt t="20803" x="2260600" y="3868738"/>
          <p14:tracePt t="20869" x="2251075" y="3868738"/>
          <p14:tracePt t="20903" x="2241550" y="3868738"/>
          <p14:tracePt t="20917" x="2232025" y="3868738"/>
          <p14:tracePt t="20938" x="2222500" y="3868738"/>
          <p14:tracePt t="20953" x="2212975" y="3868738"/>
          <p14:tracePt t="20978" x="2193925" y="3868738"/>
          <p14:tracePt t="21013" x="2184400" y="3868738"/>
          <p14:tracePt t="21041" x="2174875" y="3868738"/>
          <p14:tracePt t="21601" x="2184400" y="3868738"/>
          <p14:tracePt t="21628" x="2184400" y="3878263"/>
          <p14:tracePt t="21638" x="2193925" y="3878263"/>
          <p14:tracePt t="21671" x="2212975" y="3878263"/>
          <p14:tracePt t="21705" x="2222500" y="3878263"/>
          <p14:tracePt t="21720" x="2222500" y="3887788"/>
          <p14:tracePt t="21740" x="2232025" y="3887788"/>
          <p14:tracePt t="21775" x="2241550" y="3887788"/>
          <p14:tracePt t="21783" x="2251075" y="3897313"/>
          <p14:tracePt t="21790" x="2260600" y="3897313"/>
          <p14:tracePt t="21795" x="2270125" y="3906838"/>
          <p14:tracePt t="21805" x="2279650" y="3906838"/>
          <p14:tracePt t="21810" x="2297113" y="3925888"/>
          <p14:tracePt t="21818" x="2316163" y="3935413"/>
          <p14:tracePt t="21825" x="2335213" y="3944938"/>
          <p14:tracePt t="21834" x="2354263" y="3954463"/>
          <p14:tracePt t="21840" x="2373313" y="3963988"/>
          <p14:tracePt t="21849" x="2401888" y="3973513"/>
          <p14:tracePt t="21856" x="2411413" y="3973513"/>
          <p14:tracePt t="21866" x="2439988" y="3992563"/>
          <p14:tracePt t="21874" x="2449513" y="3992563"/>
          <p14:tracePt t="21889" x="2459038" y="4000500"/>
          <p14:tracePt t="21904" x="2478088" y="4019550"/>
          <p14:tracePt t="21923" x="2487613" y="4019550"/>
          <p14:tracePt t="21938" x="2497138" y="4019550"/>
          <p14:tracePt t="21957" x="2505075" y="4029075"/>
          <p14:tracePt t="21972" x="2514600" y="4029075"/>
          <p14:tracePt t="21994" x="2514600" y="4038600"/>
          <p14:tracePt t="22026" x="2524125" y="4048125"/>
          <p14:tracePt t="22063" x="2533650" y="4048125"/>
          <p14:tracePt t="22194" x="2533650" y="4038600"/>
          <p14:tracePt t="22216" x="2533650" y="4029075"/>
          <p14:tracePt t="22278" x="2533650" y="4010025"/>
          <p14:tracePt t="22852" x="2543175" y="4010025"/>
          <p14:tracePt t="22893" x="2562225" y="4010025"/>
          <p14:tracePt t="22922" x="2562225" y="4019550"/>
          <p14:tracePt t="22943" x="2571750" y="4019550"/>
          <p14:tracePt t="22952" x="2571750" y="4029075"/>
          <p14:tracePt t="24026" x="2571750" y="4048125"/>
          <p14:tracePt t="24034" x="2581275" y="4076700"/>
          <p14:tracePt t="24041" x="2590800" y="4105275"/>
          <p14:tracePt t="24048" x="2600325" y="4133850"/>
          <p14:tracePt t="24055" x="2609850" y="4171950"/>
          <p14:tracePt t="24062" x="2619375" y="4237038"/>
          <p14:tracePt t="24069" x="2638425" y="4294188"/>
          <p14:tracePt t="24075" x="2647950" y="4332288"/>
          <p14:tracePt t="24086" x="2647950" y="4360863"/>
          <p14:tracePt t="24096" x="2647950" y="4408488"/>
          <p14:tracePt t="24104" x="2647950" y="4427538"/>
          <p14:tracePt t="24111" x="2647950" y="4446588"/>
          <p14:tracePt t="24119" x="2647950" y="4456113"/>
          <p14:tracePt t="24125" x="2647950" y="4473575"/>
          <p14:tracePt t="24131" x="2647950" y="4492625"/>
          <p14:tracePt t="24138" x="2647950" y="4502150"/>
          <p14:tracePt t="24154" x="2667000" y="4559300"/>
          <p14:tracePt t="24160" x="2676525" y="4597400"/>
          <p14:tracePt t="24170" x="2686050" y="4645025"/>
          <p14:tracePt t="24175" x="2695575" y="4710113"/>
          <p14:tracePt t="24180" x="2714625" y="4738688"/>
          <p14:tracePt t="24188" x="2722563" y="4767263"/>
          <p14:tracePt t="24194" x="2732088" y="4814888"/>
          <p14:tracePt t="24204" x="2732088" y="4833938"/>
          <p14:tracePt t="24210" x="2732088" y="4852988"/>
          <p14:tracePt t="24214" x="2732088" y="4862513"/>
          <p14:tracePt t="24222" x="2732088" y="4872038"/>
          <p14:tracePt t="24228" x="2732088" y="4881563"/>
          <p14:tracePt t="24238" x="2732088" y="4900613"/>
          <p14:tracePt t="24243" x="2741613" y="4910138"/>
          <p14:tracePt t="24253" x="2741613" y="4918075"/>
          <p14:tracePt t="24259" x="2741613" y="4927600"/>
          <p14:tracePt t="24278" x="2751138" y="4927600"/>
          <p14:tracePt t="24292" x="2751138" y="4937125"/>
          <p14:tracePt t="24300" x="2760663" y="4946650"/>
          <p14:tracePt t="24306" x="2779713" y="4956175"/>
          <p14:tracePt t="24314" x="2808288" y="4965700"/>
          <p14:tracePt t="24322" x="2827338" y="4984750"/>
          <p14:tracePt t="24328" x="2855913" y="4984750"/>
          <p14:tracePt t="24335" x="2874963" y="4984750"/>
          <p14:tracePt t="24343" x="2884488" y="4984750"/>
          <p14:tracePt t="24356" x="2894013" y="4984750"/>
          <p14:tracePt t="24369" x="2903538" y="4984750"/>
          <p14:tracePt t="24386" x="2913063" y="4984750"/>
          <p14:tracePt t="24410" x="2932113" y="4984750"/>
          <p14:tracePt t="24445" x="2940050" y="4984750"/>
          <p14:tracePt t="24474" x="2949575" y="4984750"/>
          <p14:tracePt t="24523" x="2959100" y="4984750"/>
          <p14:tracePt t="24557" x="2968625" y="4984750"/>
          <p14:tracePt t="24593" x="2978150" y="4984750"/>
          <p14:tracePt t="25157" x="2997200" y="4984750"/>
          <p14:tracePt t="25166" x="3025775" y="4984750"/>
          <p14:tracePt t="25173" x="3044825" y="4984750"/>
          <p14:tracePt t="25179" x="3054350" y="4984750"/>
          <p14:tracePt t="25187" x="3063875" y="4984750"/>
          <p14:tracePt t="25203" x="3073400" y="4984750"/>
          <p14:tracePt t="25216" x="3082925" y="4984750"/>
          <p14:tracePt t="25223" x="3111500" y="4984750"/>
          <p14:tracePt t="25228" x="3121025" y="4984750"/>
          <p14:tracePt t="25235" x="3130550" y="4984750"/>
          <p14:tracePt t="25243" x="3140075" y="4984750"/>
          <p14:tracePt t="25253" x="3149600" y="4984750"/>
          <p14:tracePt t="25259" x="3157538" y="4984750"/>
          <p14:tracePt t="25264" x="3167063" y="4984750"/>
          <p14:tracePt t="25277" x="3195638" y="4984750"/>
          <p14:tracePt t="25286" x="3205163" y="4984750"/>
          <p14:tracePt t="25292" x="3214688" y="4984750"/>
          <p14:tracePt t="25300" x="3224213" y="4984750"/>
          <p14:tracePt t="25313" x="3233738" y="4984750"/>
          <p14:tracePt t="25319" x="3243263" y="4984750"/>
          <p14:tracePt t="25326" x="3252788" y="4984750"/>
          <p14:tracePt t="25341" x="3262313" y="4984750"/>
          <p14:tracePt t="25347" x="3281363" y="4984750"/>
          <p14:tracePt t="25357" x="3290888" y="4984750"/>
          <p14:tracePt t="25369" x="3300413" y="4984750"/>
          <p14:tracePt t="25375" x="3319463" y="4984750"/>
          <p14:tracePt t="25386" x="3338513" y="4984750"/>
          <p14:tracePt t="25392" x="3367088" y="4984750"/>
          <p14:tracePt t="25396" x="3384550" y="4984750"/>
          <p14:tracePt t="25405" x="3413125" y="4984750"/>
          <p14:tracePt t="25410" x="3432175" y="4984750"/>
          <p14:tracePt t="25418" x="3489325" y="4984750"/>
          <p14:tracePt t="25424" x="3536950" y="4984750"/>
          <p14:tracePt t="25434" x="3602038" y="4965700"/>
          <p14:tracePt t="25441" x="3640138" y="4946650"/>
          <p14:tracePt t="25446" x="3678238" y="4937125"/>
          <p14:tracePt t="25454" x="3706813" y="4927600"/>
          <p14:tracePt t="25461" x="3725863" y="4927600"/>
          <p14:tracePt t="25469" x="3744913" y="4927600"/>
          <p14:tracePt t="25478" x="3754438" y="4927600"/>
          <p14:tracePt t="25487" x="3763963" y="4927600"/>
          <p14:tracePt t="25502" x="3773488" y="4927600"/>
          <p14:tracePt t="25523" x="3792538" y="4927600"/>
          <p14:tracePt t="25557" x="3802063" y="4927600"/>
          <p14:tracePt t="25586" x="3810000" y="4927600"/>
          <p14:tracePt t="27584" x="3802063" y="4927600"/>
          <p14:tracePt t="27592" x="3763963" y="4927600"/>
          <p14:tracePt t="27599" x="3725863" y="4927600"/>
          <p14:tracePt t="27605" x="3697288" y="4927600"/>
          <p14:tracePt t="27612" x="3668713" y="4927600"/>
          <p14:tracePt t="27620" x="3621088" y="4927600"/>
          <p14:tracePt t="27625" x="3602038" y="4927600"/>
          <p14:tracePt t="27635" x="3584575" y="4927600"/>
          <p14:tracePt t="27642" x="3565525" y="4927600"/>
          <p14:tracePt t="27647" x="3546475" y="4927600"/>
          <p14:tracePt t="27656" x="3517900" y="4927600"/>
          <p14:tracePt t="27661" x="3498850" y="4927600"/>
          <p14:tracePt t="27669" x="3489325" y="4927600"/>
          <p14:tracePt t="27685" x="3479800" y="4927600"/>
          <p14:tracePt t="27690" x="3470275" y="4927600"/>
          <p14:tracePt t="27695" x="3460750" y="4927600"/>
          <p14:tracePt t="27703" x="3441700" y="4927600"/>
          <p14:tracePt t="27708" x="3422650" y="4927600"/>
          <p14:tracePt t="27717" x="3403600" y="4927600"/>
          <p14:tracePt t="27723" x="3384550" y="4927600"/>
          <p14:tracePt t="27731" x="3367088" y="4927600"/>
          <p14:tracePt t="27739" x="3338513" y="4927600"/>
          <p14:tracePt t="27744" x="3309938" y="4927600"/>
          <p14:tracePt t="27753" x="3281363" y="4927600"/>
          <p14:tracePt t="27759" x="3252788" y="4927600"/>
          <p14:tracePt t="27769" x="3233738" y="4927600"/>
          <p14:tracePt t="27774" x="3205163" y="4927600"/>
          <p14:tracePt t="27779" x="3186113" y="4927600"/>
          <p14:tracePt t="27787" x="3149600" y="4927600"/>
          <p14:tracePt t="27793" x="3130550" y="4927600"/>
          <p14:tracePt t="27802" x="3121025" y="4927600"/>
          <p14:tracePt t="27809" x="3111500" y="4927600"/>
          <p14:tracePt t="27815" x="3101975" y="4927600"/>
          <p14:tracePt t="27823" x="3092450" y="4927600"/>
          <p14:tracePt t="27829" x="3082925" y="4927600"/>
          <p14:tracePt t="27838" x="3063875" y="4927600"/>
          <p14:tracePt t="27843" x="3054350" y="4927600"/>
          <p14:tracePt t="27852" x="3044825" y="4927600"/>
          <p14:tracePt t="27859" x="3025775" y="4927600"/>
          <p14:tracePt t="27864" x="3016250" y="4927600"/>
          <p14:tracePt t="27873" x="2997200" y="4927600"/>
          <p14:tracePt t="27878" x="2968625" y="4927600"/>
          <p14:tracePt t="27886" x="2959100" y="4918075"/>
          <p14:tracePt t="27892" x="2940050" y="4910138"/>
          <p14:tracePt t="27902" x="2913063" y="4900613"/>
          <p14:tracePt t="27912" x="2865438" y="4881563"/>
          <p14:tracePt t="27921" x="2827338" y="4872038"/>
          <p14:tracePt t="27926" x="2808288" y="4862513"/>
          <p14:tracePt t="27937" x="2779713" y="4852988"/>
          <p14:tracePt t="27944" x="2760663" y="4852988"/>
          <p14:tracePt t="27952" x="2741613" y="4833938"/>
          <p14:tracePt t="27956" x="2722563" y="4833938"/>
          <p14:tracePt t="27962" x="2714625" y="4824413"/>
          <p14:tracePt t="27968" x="2695575" y="4814888"/>
          <p14:tracePt t="27977" x="2667000" y="4805363"/>
          <p14:tracePt t="27984" x="2647950" y="4795838"/>
          <p14:tracePt t="27991" x="2628900" y="4786313"/>
          <p14:tracePt t="27997" x="2590800" y="4776788"/>
          <p14:tracePt t="28005" x="2562225" y="4767263"/>
          <p14:tracePt t="28011" x="2533650" y="4729163"/>
          <p14:tracePt t="28019" x="2497138" y="4719638"/>
          <p14:tracePt t="28025" x="2468563" y="4719638"/>
          <p14:tracePt t="28036" x="2449513" y="4719638"/>
          <p14:tracePt t="28042" x="2439988" y="4719638"/>
          <p14:tracePt t="28047" x="2439988" y="4710113"/>
          <p14:tracePt t="28054" x="2430463" y="4710113"/>
          <p14:tracePt t="28060" x="2420938" y="4710113"/>
          <p14:tracePt t="28067" x="2411413" y="4700588"/>
          <p14:tracePt t="28074" x="2401888" y="4700588"/>
          <p14:tracePt t="28081" x="2382838" y="4691063"/>
          <p14:tracePt t="28089" x="2373313" y="4683125"/>
          <p14:tracePt t="28094" x="2363788" y="4673600"/>
          <p14:tracePt t="28102" x="2325688" y="4635500"/>
          <p14:tracePt t="28108" x="2306638" y="4616450"/>
          <p14:tracePt t="28119" x="2260600" y="4597400"/>
          <p14:tracePt t="28126" x="2251075" y="4587875"/>
          <p14:tracePt t="28130" x="2232025" y="4578350"/>
          <p14:tracePt t="28139" x="2212975" y="4568825"/>
          <p14:tracePt t="28146" x="2212975" y="4559300"/>
          <p14:tracePt t="28154" x="2203450" y="4549775"/>
          <p14:tracePt t="28171" x="2165350" y="4530725"/>
          <p14:tracePt t="28178" x="2155825" y="4521200"/>
          <p14:tracePt t="28188" x="2146300" y="4511675"/>
          <p14:tracePt t="28193" x="2146300" y="4502150"/>
          <p14:tracePt t="28204" x="2136775" y="4492625"/>
          <p14:tracePt t="28211" x="2127250" y="4483100"/>
          <p14:tracePt t="28218" x="2117725" y="4473575"/>
          <p14:tracePt t="28227" x="2098675" y="4473575"/>
          <p14:tracePt t="28234" x="2079625" y="4464050"/>
          <p14:tracePt t="28242" x="2079625" y="4446588"/>
          <p14:tracePt t="28248" x="2070100" y="4437063"/>
          <p14:tracePt t="28257" x="2062163" y="4437063"/>
          <p14:tracePt t="28262" x="2052638" y="4437063"/>
          <p14:tracePt t="28271" x="2043113" y="4427538"/>
          <p14:tracePt t="28275" x="2033588" y="4418013"/>
          <p14:tracePt t="28290" x="2033588" y="4408488"/>
          <p14:tracePt t="28307" x="2014538" y="4408488"/>
          <p14:tracePt t="28325" x="2014538" y="4398963"/>
          <p14:tracePt t="28360" x="2014538" y="4389438"/>
          <p14:tracePt t="28377" x="2005013" y="4389438"/>
          <p14:tracePt t="28394" x="2005013" y="4379913"/>
          <p14:tracePt t="28430" x="2005013" y="4360863"/>
          <p14:tracePt t="28444" x="2005013" y="4351338"/>
          <p14:tracePt t="28467" x="2005013" y="4341813"/>
          <p14:tracePt t="28506" x="2005013" y="4332288"/>
          <p14:tracePt t="28528" x="2005013" y="4322763"/>
          <p14:tracePt t="28556" x="2005013" y="4313238"/>
          <p14:tracePt t="28584" x="2005013" y="4303713"/>
          <p14:tracePt t="28591" x="2005013" y="4294188"/>
          <p14:tracePt t="28600" x="2005013" y="4275138"/>
          <p14:tracePt t="28605" x="2043113" y="4265613"/>
          <p14:tracePt t="28615" x="2062163" y="4256088"/>
          <p14:tracePt t="28619" x="2079625" y="4246563"/>
          <p14:tracePt t="28627" x="2098675" y="4237038"/>
          <p14:tracePt t="28634" x="2108200" y="4237038"/>
          <p14:tracePt t="28640" x="2127250" y="4237038"/>
          <p14:tracePt t="28661" x="2136775" y="4237038"/>
          <p14:tracePt t="28690" x="2146300" y="4237038"/>
          <p14:tracePt t="28723" x="2155825" y="4237038"/>
          <p14:tracePt t="28757" x="2165350" y="4237038"/>
          <p14:tracePt t="28787" x="2174875" y="4237038"/>
          <p14:tracePt t="28797" x="2184400" y="4229100"/>
          <p14:tracePt t="28816" x="2203450" y="4229100"/>
          <p14:tracePt t="28823" x="2212975" y="4229100"/>
          <p14:tracePt t="28829" x="2222500" y="4229100"/>
          <p14:tracePt t="28835" x="2232025" y="4229100"/>
          <p14:tracePt t="28855" x="2241550" y="4229100"/>
          <p14:tracePt t="28905" x="2251075" y="4229100"/>
          <p14:tracePt t="28920" x="2260600" y="4229100"/>
          <p14:tracePt t="28935" x="2270125" y="4229100"/>
          <p14:tracePt t="28955" x="2279650" y="4229100"/>
          <p14:tracePt t="28975" x="2297113" y="4229100"/>
          <p14:tracePt t="29009" x="2306638" y="4229100"/>
          <p14:tracePt t="29066" x="2316163" y="4229100"/>
          <p14:tracePt t="29102" x="2325688" y="4229100"/>
          <p14:tracePt t="29138" x="2335213" y="4229100"/>
          <p14:tracePt t="29171" x="2344738" y="4229100"/>
          <p14:tracePt t="31897" x="2344738" y="4256088"/>
          <p14:tracePt t="31904" x="2344738" y="4294188"/>
          <p14:tracePt t="31910" x="2344738" y="4341813"/>
          <p14:tracePt t="31918" x="2344738" y="4370388"/>
          <p14:tracePt t="31925" x="2344738" y="4398963"/>
          <p14:tracePt t="31936" x="2344738" y="4437063"/>
          <p14:tracePt t="31942" x="2354263" y="4473575"/>
          <p14:tracePt t="31947" x="2354263" y="4502150"/>
          <p14:tracePt t="31954" x="2354263" y="4530725"/>
          <p14:tracePt t="31959" x="2354263" y="4559300"/>
          <p14:tracePt t="31968" x="2363788" y="4597400"/>
          <p14:tracePt t="31975" x="2373313" y="4635500"/>
          <p14:tracePt t="31981" x="2382838" y="4654550"/>
          <p14:tracePt t="31990" x="2382838" y="4673600"/>
          <p14:tracePt t="31996" x="2382838" y="4683125"/>
          <p14:tracePt t="32005" x="2382838" y="4691063"/>
          <p14:tracePt t="32011" x="2382838" y="4700588"/>
          <p14:tracePt t="32019" x="2382838" y="4710113"/>
          <p14:tracePt t="32030" x="2382838" y="4729163"/>
          <p14:tracePt t="32067" x="2382838" y="4738688"/>
          <p14:tracePt t="32086" x="2382838" y="4748213"/>
          <p14:tracePt t="32100" x="2382838" y="4757738"/>
          <p14:tracePt t="32105" x="2392363" y="4767263"/>
          <p14:tracePt t="32122" x="2392363" y="4776788"/>
          <p14:tracePt t="32163" x="2401888" y="4776788"/>
          <p14:tracePt t="32185" x="2401888" y="4786313"/>
          <p14:tracePt t="32197" x="2411413" y="4786313"/>
          <p14:tracePt t="32204" x="2420938" y="4795838"/>
          <p14:tracePt t="32213" x="2439988" y="4814888"/>
          <p14:tracePt t="32219" x="2459038" y="4824413"/>
          <p14:tracePt t="32226" x="2497138" y="4833938"/>
          <p14:tracePt t="32237" x="2590800" y="4833938"/>
          <p14:tracePt t="32244" x="2705100" y="4833938"/>
          <p14:tracePt t="32249" x="2789238" y="4852988"/>
          <p14:tracePt t="32256" x="2903538" y="4852988"/>
          <p14:tracePt t="32263" x="2978150" y="4852988"/>
          <p14:tracePt t="32270" x="2997200" y="4852988"/>
          <p14:tracePt t="32275" x="3016250" y="4852988"/>
          <p14:tracePt t="32285" x="3035300" y="4852988"/>
          <p14:tracePt t="32291" x="3044825" y="4852988"/>
          <p14:tracePt t="32297" x="3054350" y="4852988"/>
          <p14:tracePt t="32305" x="3063875" y="4852988"/>
          <p14:tracePt t="32312" x="3073400" y="4852988"/>
          <p14:tracePt t="32325" x="3082925" y="4852988"/>
          <p14:tracePt t="32338" x="3092450" y="4852988"/>
          <p14:tracePt t="32368" x="3101975" y="4852988"/>
          <p14:tracePt t="32485" x="3101975" y="4862513"/>
          <p14:tracePt t="32501" x="3101975" y="4872038"/>
          <p14:tracePt t="32506" x="3092450" y="4872038"/>
          <p14:tracePt t="32513" x="3082925" y="4872038"/>
          <p14:tracePt t="32519" x="3073400" y="4872038"/>
          <p14:tracePt t="32527" x="3063875" y="4872038"/>
          <p14:tracePt t="32534" x="3054350" y="4872038"/>
          <p14:tracePt t="32540" x="3035300" y="4872038"/>
          <p14:tracePt t="32547" x="2997200" y="4872038"/>
          <p14:tracePt t="32554" x="2978150" y="4872038"/>
          <p14:tracePt t="32562" x="2922588" y="4881563"/>
          <p14:tracePt t="32571" x="2894013" y="4881563"/>
          <p14:tracePt t="32577" x="2836863" y="4881563"/>
          <p14:tracePt t="32585" x="2779713" y="4881563"/>
          <p14:tracePt t="32591" x="2751138" y="4881563"/>
          <p14:tracePt t="32594" x="2705100" y="4881563"/>
          <p14:tracePt t="32604" x="2676525" y="4881563"/>
          <p14:tracePt t="32608" x="2647950" y="4881563"/>
          <p14:tracePt t="32618" x="2600325" y="4881563"/>
          <p14:tracePt t="32623" x="2581275" y="4881563"/>
          <p14:tracePt t="32637" x="2552700" y="4881563"/>
          <p14:tracePt t="32641" x="2514600" y="4881563"/>
          <p14:tracePt t="32646" x="2497138" y="4881563"/>
          <p14:tracePt t="32654" x="2478088" y="4881563"/>
          <p14:tracePt t="32659" x="2459038" y="4881563"/>
          <p14:tracePt t="32668" x="2430463" y="4881563"/>
          <p14:tracePt t="32673" x="2401888" y="4881563"/>
          <p14:tracePt t="32680" x="2363788" y="4881563"/>
          <p14:tracePt t="32686" x="2325688" y="4881563"/>
          <p14:tracePt t="32696" x="2297113" y="4881563"/>
          <p14:tracePt t="32704" x="2260600" y="4872038"/>
          <p14:tracePt t="32710" x="2222500" y="4862513"/>
          <p14:tracePt t="32718" x="2184400" y="4852988"/>
          <p14:tracePt t="32724" x="2165350" y="4843463"/>
          <p14:tracePt t="32729" x="2136775" y="4843463"/>
          <p14:tracePt t="32738" x="2127250" y="4843463"/>
          <p14:tracePt t="32745" x="2117725" y="4843463"/>
          <p14:tracePt t="32753" x="2117725" y="4833938"/>
          <p14:tracePt t="32758" x="2108200" y="4833938"/>
          <p14:tracePt t="32771" x="2098675" y="4833938"/>
          <p14:tracePt t="32792" x="2098675" y="4824413"/>
          <p14:tracePt t="32827" x="2098675" y="4805363"/>
          <p14:tracePt t="32856" x="2098675" y="4795838"/>
          <p14:tracePt t="32862" x="2098675" y="4786313"/>
          <p14:tracePt t="32869" x="2098675" y="4776788"/>
          <p14:tracePt t="32876" x="2108200" y="4767263"/>
          <p14:tracePt t="32884" x="2108200" y="4757738"/>
          <p14:tracePt t="32890" x="2117725" y="4748213"/>
          <p14:tracePt t="32896" x="2127250" y="4719638"/>
          <p14:tracePt t="32905" x="2146300" y="4710113"/>
          <p14:tracePt t="32910" x="2155825" y="4710113"/>
          <p14:tracePt t="32919" x="2165350" y="4700588"/>
          <p14:tracePt t="32926" x="2174875" y="4691063"/>
          <p14:tracePt t="32936" x="2184400" y="4683125"/>
          <p14:tracePt t="32945" x="2193925" y="4683125"/>
          <p14:tracePt t="32952" x="2193925" y="4673600"/>
          <p14:tracePt t="32959" x="2193925" y="4664075"/>
          <p14:tracePt t="32966" x="2193925" y="4654550"/>
          <p14:tracePt t="32975" x="2203450" y="4654550"/>
          <p14:tracePt t="32989" x="2212975" y="4635500"/>
          <p14:tracePt t="32994" x="2232025" y="4625975"/>
          <p14:tracePt t="33002" x="2241550" y="4625975"/>
          <p14:tracePt t="33009" x="2251075" y="4616450"/>
          <p14:tracePt t="33017" x="2260600" y="4606925"/>
          <p14:tracePt t="33023" x="2260600" y="4597400"/>
          <p14:tracePt t="33029" x="2270125" y="4597400"/>
          <p14:tracePt t="33039" x="2270125" y="4587875"/>
          <p14:tracePt t="33044" x="2279650" y="4587875"/>
          <p14:tracePt t="33057" x="2279650" y="4578350"/>
          <p14:tracePt t="33087" x="2287588" y="4578350"/>
          <p14:tracePt t="33092" x="2297113" y="4559300"/>
          <p14:tracePt t="33100" x="2316163" y="4540250"/>
          <p14:tracePt t="33106" x="2325688" y="4530725"/>
          <p14:tracePt t="33113" x="2335213" y="4521200"/>
          <p14:tracePt t="33122" x="2344738" y="4511675"/>
          <p14:tracePt t="33129" x="2354263" y="4511675"/>
          <p14:tracePt t="33138" x="2363788" y="4502150"/>
          <p14:tracePt t="33152" x="2373313" y="4492625"/>
          <p14:tracePt t="33169" x="2382838" y="4492625"/>
          <p14:tracePt t="33177" x="2382838" y="4483100"/>
          <p14:tracePt t="33191" x="2392363" y="4483100"/>
          <p14:tracePt t="33210" x="2401888" y="4483100"/>
          <p14:tracePt t="33234" x="2411413" y="4483100"/>
          <p14:tracePt t="33246" x="2411413" y="4473575"/>
          <p14:tracePt t="33268" x="2420938" y="4473575"/>
          <p14:tracePt t="33372" x="2420938" y="4456113"/>
          <p14:tracePt t="33567" x="2430463" y="4456113"/>
          <p14:tracePt t="33589" x="2439988" y="4456113"/>
          <p14:tracePt t="33597" x="2449513" y="4456113"/>
          <p14:tracePt t="33602" x="2468563" y="4456113"/>
          <p14:tracePt t="33611" x="2487613" y="4464050"/>
          <p14:tracePt t="33618" x="2505075" y="4473575"/>
          <p14:tracePt t="33625" x="2524125" y="4483100"/>
          <p14:tracePt t="33630" x="2543175" y="4483100"/>
          <p14:tracePt t="33637" x="2590800" y="4492625"/>
          <p14:tracePt t="33644" x="2600325" y="4492625"/>
          <p14:tracePt t="33652" x="2619375" y="4502150"/>
          <p14:tracePt t="33659" x="2695575" y="4502150"/>
          <p14:tracePt t="33668" x="2714625" y="4502150"/>
          <p14:tracePt t="33675" x="2741613" y="4502150"/>
          <p14:tracePt t="33685" x="2817813" y="4521200"/>
          <p14:tracePt t="33691" x="2865438" y="4530725"/>
          <p14:tracePt t="33695" x="2894013" y="4540250"/>
          <p14:tracePt t="33701" x="2949575" y="4549775"/>
          <p14:tracePt t="33708" x="3035300" y="4578350"/>
          <p14:tracePt t="33718" x="3063875" y="4587875"/>
          <p14:tracePt t="33725" x="3111500" y="4587875"/>
          <p14:tracePt t="33730" x="3140075" y="4597400"/>
          <p14:tracePt t="33737" x="3176588" y="4606925"/>
          <p14:tracePt t="33744" x="3195638" y="4606925"/>
          <p14:tracePt t="33751" x="3205163" y="4606925"/>
          <p14:tracePt t="33758" x="3233738" y="4616450"/>
          <p14:tracePt t="33765" x="3262313" y="4625975"/>
          <p14:tracePt t="33773" x="3281363" y="4625975"/>
          <p14:tracePt t="33778" x="3290888" y="4635500"/>
          <p14:tracePt t="33786" x="3328988" y="4635500"/>
          <p14:tracePt t="33792" x="3348038" y="4635500"/>
          <p14:tracePt t="33803" x="3375025" y="4645025"/>
          <p14:tracePt t="33806" x="3394075" y="4645025"/>
          <p14:tracePt t="33811" x="3451225" y="4664075"/>
          <p14:tracePt t="33821" x="3470275" y="4664075"/>
          <p14:tracePt t="33825" x="3489325" y="4673600"/>
          <p14:tracePt t="33836" x="3517900" y="4691063"/>
          <p14:tracePt t="33842" x="3546475" y="4691063"/>
          <p14:tracePt t="33849" x="3565525" y="4700588"/>
          <p14:tracePt t="33857" x="3575050" y="4700588"/>
          <p14:tracePt t="33869" x="3592513" y="4700588"/>
          <p14:tracePt t="33875" x="3602038" y="4700588"/>
          <p14:tracePt t="33884" x="3621088" y="4710113"/>
          <p14:tracePt t="33891" x="3630613" y="4710113"/>
          <p14:tracePt t="33895" x="3649663" y="4719638"/>
          <p14:tracePt t="33904" x="3668713" y="4719638"/>
          <p14:tracePt t="33909" x="3697288" y="4729163"/>
          <p14:tracePt t="33918" x="3725863" y="4729163"/>
          <p14:tracePt t="33924" x="3754438" y="4729163"/>
          <p14:tracePt t="33935" x="3792538" y="4738688"/>
          <p14:tracePt t="33940" x="3810000" y="4738688"/>
          <p14:tracePt t="33945" x="3848100" y="4738688"/>
          <p14:tracePt t="33954" x="3857625" y="4738688"/>
          <p14:tracePt t="33959" x="3867150" y="4738688"/>
          <p14:tracePt t="33966" x="3886200" y="4738688"/>
          <p14:tracePt t="33975" x="3905250" y="4748213"/>
          <p14:tracePt t="33980" x="3924300" y="4748213"/>
          <p14:tracePt t="33989" x="3981450" y="4767263"/>
          <p14:tracePt t="33994" x="4037013" y="4786313"/>
          <p14:tracePt t="34003" x="4065588" y="4805363"/>
          <p14:tracePt t="34010" x="4065588" y="4814888"/>
          <p14:tracePt t="34018" x="4065588" y="4824413"/>
          <p14:tracePt t="36628" x="3990975" y="4833938"/>
          <p14:tracePt t="36637" x="3895725" y="4843463"/>
          <p14:tracePt t="36643" x="3630613" y="4843463"/>
          <p14:tracePt t="36652" x="3517900" y="4862513"/>
          <p14:tracePt t="36658" x="3384550" y="4862513"/>
          <p14:tracePt t="36668" x="3309938" y="4872038"/>
          <p14:tracePt t="36674" x="3262313" y="4872038"/>
          <p14:tracePt t="36678" x="3205163" y="4872038"/>
          <p14:tracePt t="36687" x="3176588" y="4881563"/>
          <p14:tracePt t="36692" x="3157538" y="4881563"/>
          <p14:tracePt t="36700" x="3130550" y="4881563"/>
          <p14:tracePt t="36706" x="3101975" y="4881563"/>
          <p14:tracePt t="36713" x="3082925" y="4881563"/>
          <p14:tracePt t="36721" x="3063875" y="4881563"/>
          <p14:tracePt t="36727" x="3016250" y="4881563"/>
          <p14:tracePt t="36734" x="2987675" y="4881563"/>
          <p14:tracePt t="36741" x="2959100" y="4881563"/>
          <p14:tracePt t="36751" x="2913063" y="4881563"/>
          <p14:tracePt t="36756" x="2874963" y="4881563"/>
          <p14:tracePt t="36763" x="2846388" y="4881563"/>
          <p14:tracePt t="36771" x="2798763" y="4872038"/>
          <p14:tracePt t="36776" x="2779713" y="4872038"/>
          <p14:tracePt t="36785" x="2760663" y="4872038"/>
          <p14:tracePt t="36791" x="2741613" y="4872038"/>
          <p14:tracePt t="36796" x="2714625" y="4872038"/>
          <p14:tracePt t="36803" x="2695575" y="4872038"/>
          <p14:tracePt t="36810" x="2676525" y="4872038"/>
          <p14:tracePt t="36819" x="2667000" y="4872038"/>
          <p14:tracePt t="36824" x="2657475" y="4872038"/>
          <p14:tracePt t="36835" x="2647950" y="4872038"/>
          <p14:tracePt t="36841" x="2628900" y="4872038"/>
          <p14:tracePt t="36846" x="2619375" y="4872038"/>
          <p14:tracePt t="36853" x="2609850" y="4872038"/>
          <p14:tracePt t="36859" x="2600325" y="4872038"/>
          <p14:tracePt t="36868" x="2590800" y="4872038"/>
          <p14:tracePt t="36874" x="2581275" y="4872038"/>
          <p14:tracePt t="36894" x="2581275" y="4862513"/>
          <p14:tracePt t="36952" x="2581275" y="4852988"/>
          <p14:tracePt t="36960" x="2581275" y="4843463"/>
          <p14:tracePt t="36967" x="2600325" y="4843463"/>
          <p14:tracePt t="36972" x="2619375" y="4833938"/>
          <p14:tracePt t="36978" x="2638425" y="4833938"/>
          <p14:tracePt t="36987" x="2647950" y="4833938"/>
          <p14:tracePt t="36992" x="2657475" y="4833938"/>
          <p14:tracePt t="37002" x="2667000" y="4833938"/>
          <p14:tracePt t="37027" x="2686050" y="4833938"/>
          <p14:tracePt t="37037" x="2695575" y="4833938"/>
          <p14:tracePt t="37042" x="2751138" y="4814888"/>
          <p14:tracePt t="37049" x="2827338" y="4805363"/>
          <p14:tracePt t="37056" x="2922588" y="4805363"/>
          <p14:tracePt t="37063" x="3035300" y="4805363"/>
          <p14:tracePt t="37071" x="3111500" y="4805363"/>
          <p14:tracePt t="37076" x="3205163" y="4805363"/>
          <p14:tracePt t="37083" x="3309938" y="4814888"/>
          <p14:tracePt t="37091" x="3460750" y="4814888"/>
          <p14:tracePt t="37098" x="3575050" y="4814888"/>
          <p14:tracePt t="37105" x="3611563" y="4814888"/>
          <p14:tracePt t="37113" x="3659188" y="4814888"/>
          <p14:tracePt t="37120" x="3687763" y="4814888"/>
          <p14:tracePt t="37126" x="3706813" y="4824413"/>
          <p14:tracePt t="37133" x="3716338" y="4824413"/>
          <p14:tracePt t="37141" x="3735388" y="4824413"/>
          <p14:tracePt t="37154" x="3783013" y="4852988"/>
          <p14:tracePt t="37161" x="3802063" y="4862513"/>
          <p14:tracePt t="37170" x="3810000" y="4862513"/>
          <p14:tracePt t="37175" x="3829050" y="4872038"/>
          <p14:tracePt t="37186" x="3848100" y="4881563"/>
          <p14:tracePt t="37194" x="3867150" y="4891088"/>
          <p14:tracePt t="37202" x="3886200" y="4900613"/>
          <p14:tracePt t="37210" x="3952875" y="4937125"/>
          <p14:tracePt t="37217" x="3990975" y="4946650"/>
          <p14:tracePt t="37224" x="4010025" y="4965700"/>
          <p14:tracePt t="37230" x="4046538" y="4984750"/>
          <p14:tracePt t="37239" x="4075113" y="4994275"/>
          <p14:tracePt t="37246" x="4084638" y="5003800"/>
          <p14:tracePt t="38348" x="4027488" y="4994275"/>
          <p14:tracePt t="38359" x="3895725" y="4984750"/>
          <p14:tracePt t="38365" x="3802063" y="4965700"/>
          <p14:tracePt t="38371" x="3716338" y="4956175"/>
          <p14:tracePt t="38381" x="3659188" y="4946650"/>
          <p14:tracePt t="38385" x="3621088" y="4946650"/>
          <p14:tracePt t="38391" x="3584575" y="4927600"/>
          <p14:tracePt t="38401" x="3556000" y="4927600"/>
          <p14:tracePt t="38408" x="3546475" y="4927600"/>
          <p14:tracePt t="38413" x="3536950" y="4927600"/>
          <p14:tracePt t="38420" x="3527425" y="4927600"/>
          <p14:tracePt t="38424" x="3517900" y="4927600"/>
          <p14:tracePt t="38435" x="3508375" y="4927600"/>
          <p14:tracePt t="38441" x="3498850" y="4927600"/>
          <p14:tracePt t="38447" x="3489325" y="4927600"/>
          <p14:tracePt t="38456" x="3479800" y="4927600"/>
          <p14:tracePt t="38463" x="3470275" y="4927600"/>
          <p14:tracePt t="38484" x="3460750" y="4927600"/>
          <p14:tracePt t="38495" x="3451225" y="4918075"/>
          <p14:tracePt t="38504" x="3441700" y="4918075"/>
          <p14:tracePt t="38509" x="3432175" y="4900613"/>
          <p14:tracePt t="38518" x="3432175" y="4891088"/>
          <p14:tracePt t="38524" x="3403600" y="4881563"/>
          <p14:tracePt t="38535" x="3357563" y="4862513"/>
          <p14:tracePt t="38541" x="3309938" y="4833938"/>
          <p14:tracePt t="38548" x="3224213" y="4805363"/>
          <p14:tracePt t="38554" x="3176588" y="4757738"/>
          <p14:tracePt t="38560" x="3092450" y="4729163"/>
          <p14:tracePt t="38567" x="3063875" y="4710113"/>
          <p14:tracePt t="38573" x="3016250" y="4700588"/>
          <p14:tracePt t="38580" x="2987675" y="4691063"/>
          <p14:tracePt t="38587" x="2968625" y="4664075"/>
          <p14:tracePt t="38594" x="2949575" y="4654550"/>
          <p14:tracePt t="38603" x="2922588" y="4654550"/>
          <p14:tracePt t="38611" x="2903538" y="4645025"/>
          <p14:tracePt t="38622" x="2836863" y="4625975"/>
          <p14:tracePt t="38631" x="2808288" y="4616450"/>
          <p14:tracePt t="38638" x="2770188" y="4606925"/>
          <p14:tracePt t="38644" x="2751138" y="4606925"/>
          <p14:tracePt t="38650" x="2741613" y="4606925"/>
          <p14:tracePt t="38658" x="2705100" y="4606925"/>
          <p14:tracePt t="38668" x="2686050" y="4597400"/>
          <p14:tracePt t="38674" x="2676525" y="4597400"/>
          <p14:tracePt t="38687" x="2667000" y="4597400"/>
          <p14:tracePt t="38692" x="2657475" y="4597400"/>
          <p14:tracePt t="38701" x="2647950" y="4597400"/>
          <p14:tracePt t="38706" x="2628900" y="4597400"/>
          <p14:tracePt t="38712" x="2619375" y="4597400"/>
          <p14:tracePt t="38741" x="2609850" y="4597400"/>
          <p14:tracePt t="38769" x="2600325" y="4597400"/>
          <p14:tracePt t="38776" x="2590800" y="4597400"/>
          <p14:tracePt t="38786" x="2581275" y="4587875"/>
          <p14:tracePt t="38790" x="2571750" y="4587875"/>
          <p14:tracePt t="38796" x="2562225" y="4587875"/>
          <p14:tracePt t="38811" x="2552700" y="4587875"/>
          <p14:tracePt t="38840" x="2543175" y="4578350"/>
          <p14:tracePt t="38875" x="2543175" y="4559300"/>
          <p14:tracePt t="38929" x="2543175" y="4549775"/>
          <p14:tracePt t="38951" x="2543175" y="4540250"/>
          <p14:tracePt t="38965" x="2543175" y="4530725"/>
          <p14:tracePt t="38986" x="2543175" y="4521200"/>
          <p14:tracePt t="39020" x="2543175" y="4511675"/>
          <p14:tracePt t="39055" x="2543175" y="4502150"/>
          <p14:tracePt t="39084" x="2552700" y="4502150"/>
          <p14:tracePt t="39118" x="2562225" y="4502150"/>
          <p14:tracePt t="39138" x="2562225" y="4492625"/>
          <p14:tracePt t="39154" x="2571750" y="4492625"/>
          <p14:tracePt t="39173" x="2571750" y="4473575"/>
          <p14:tracePt t="39208" x="2571750" y="4464050"/>
          <p14:tracePt t="39243" x="2571750" y="4456113"/>
          <p14:tracePt t="39272" x="2581275" y="4456113"/>
          <p14:tracePt t="39281" x="2581275" y="4446588"/>
          <p14:tracePt t="39929" x="2524125" y="4483100"/>
          <p14:tracePt t="39936" x="2459038" y="4521200"/>
          <p14:tracePt t="39944" x="2382838" y="4597400"/>
          <p14:tracePt t="39953" x="2316163" y="4635500"/>
          <p14:tracePt t="39959" x="2287588" y="4683125"/>
          <p14:tracePt t="39966" x="2251075" y="4729163"/>
          <p14:tracePt t="39973" x="2212975" y="4767263"/>
          <p14:tracePt t="39980" x="2193925" y="4786313"/>
          <p14:tracePt t="39989" x="2184400" y="4805363"/>
          <p14:tracePt t="39995" x="2174875" y="4824413"/>
          <p14:tracePt t="40003" x="2165350" y="4833938"/>
          <p14:tracePt t="40006" x="2155825" y="4843463"/>
          <p14:tracePt t="40012" x="2146300" y="4852988"/>
          <p14:tracePt t="40025" x="2127250" y="4862513"/>
          <p14:tracePt t="40040" x="2108200" y="4881563"/>
          <p14:tracePt t="40049" x="2098675" y="4891088"/>
          <p14:tracePt t="40056" x="2089150" y="4910138"/>
          <p14:tracePt t="40064" x="2089150" y="4918075"/>
          <p14:tracePt t="40084" x="2079625" y="4918075"/>
          <p14:tracePt t="40097" x="2079625" y="4927600"/>
          <p14:tracePt t="40118" x="2070100" y="4927600"/>
          <p14:tracePt t="40136" x="2070100" y="4937125"/>
          <p14:tracePt t="40159" x="2062163" y="4946650"/>
          <p14:tracePt t="40168" x="2043113" y="4956175"/>
          <p14:tracePt t="40175" x="2033588" y="4956175"/>
          <p14:tracePt t="40184" x="2014538" y="4956175"/>
          <p14:tracePt t="40191" x="1995488" y="4965700"/>
          <p14:tracePt t="40196" x="1976438" y="4965700"/>
          <p14:tracePt t="40204" x="1938338" y="4965700"/>
          <p14:tracePt t="40210" x="1919288" y="4965700"/>
          <p14:tracePt t="40217" x="1890713" y="4965700"/>
          <p14:tracePt t="40224" x="1871663" y="4965700"/>
          <p14:tracePt t="40232" x="1844675" y="4965700"/>
          <p14:tracePt t="40238" x="1835150" y="4965700"/>
          <p14:tracePt t="40243" x="1816100" y="4965700"/>
          <p14:tracePt t="40250" x="1806575" y="4965700"/>
          <p14:tracePt t="40257" x="1797050" y="4965700"/>
          <p14:tracePt t="40268" x="1787525" y="4965700"/>
          <p14:tracePt t="40273" x="1778000" y="4965700"/>
          <p14:tracePt t="40278" x="1768475" y="4965700"/>
          <p14:tracePt t="40287" x="1758950" y="4965700"/>
          <p14:tracePt t="40292" x="1749425" y="4965700"/>
          <p14:tracePt t="40300" x="1739900" y="4965700"/>
          <p14:tracePt t="40306" x="1730375" y="4965700"/>
          <p14:tracePt t="40316" x="1720850" y="4965700"/>
          <p14:tracePt t="40330" x="1711325" y="4965700"/>
          <p14:tracePt t="40337" x="1701800" y="4965700"/>
          <p14:tracePt t="40342" x="1682750" y="4965700"/>
          <p14:tracePt t="40349" x="1663700" y="4965700"/>
          <p14:tracePt t="40355" x="1654175" y="4965700"/>
          <p14:tracePt t="40363" x="1635125" y="4965700"/>
          <p14:tracePt t="40370" x="1617663" y="4965700"/>
          <p14:tracePt t="40385" x="1589088" y="4965700"/>
          <p14:tracePt t="40391" x="1579563" y="4965700"/>
          <p14:tracePt t="40399" x="1570038" y="4965700"/>
          <p14:tracePt t="40405" x="1560513" y="4965700"/>
          <p14:tracePt t="40412" x="1550988" y="4965700"/>
          <p14:tracePt t="40420" x="1541463" y="4965700"/>
          <p14:tracePt t="40434" x="1531938" y="4965700"/>
          <p14:tracePt t="40441" x="1522413" y="4965700"/>
          <p14:tracePt t="40447" x="1503363" y="4965700"/>
          <p14:tracePt t="40474" x="1493838" y="4965700"/>
          <p14:tracePt t="40503" x="1484313" y="4965700"/>
          <p14:tracePt t="40523" x="1474788" y="4965700"/>
          <p14:tracePt t="40552" x="1465263" y="4965700"/>
          <p14:tracePt t="40572" x="1465263" y="4956175"/>
          <p14:tracePt t="40593" x="1465263" y="4946650"/>
          <p14:tracePt t="40615" x="1465263" y="4937125"/>
          <p14:tracePt t="40641" x="1465263" y="4927600"/>
          <p14:tracePt t="40677" x="1465263" y="4918075"/>
          <p14:tracePt t="40691" x="1465263" y="4900613"/>
          <p14:tracePt t="40712" x="1465263" y="4891088"/>
          <p14:tracePt t="40726" x="1465263" y="4881563"/>
          <p14:tracePt t="40789" x="1465263" y="4872038"/>
          <p14:tracePt t="40796" x="1474788" y="4872038"/>
          <p14:tracePt t="40816" x="1484313" y="4862513"/>
          <p14:tracePt t="40823" x="1493838" y="4862513"/>
          <p14:tracePt t="40837" x="1512888" y="4852988"/>
          <p14:tracePt t="40858" x="1522413" y="4843463"/>
          <p14:tracePt t="40878" x="1522413" y="4833938"/>
          <p14:tracePt t="40887" x="1531938" y="4833938"/>
          <p14:tracePt t="40892" x="1531938" y="4814888"/>
          <p14:tracePt t="40936" x="1531938" y="4805363"/>
          <p14:tracePt t="40958" x="1541463" y="4805363"/>
          <p14:tracePt t="40965" x="1541463" y="4795838"/>
          <p14:tracePt t="40999" x="1541463" y="4786313"/>
          <p14:tracePt t="41004" x="1550988" y="4786313"/>
          <p14:tracePt t="41035" x="1550988" y="4776788"/>
          <p14:tracePt t="41097" x="1560513" y="4776788"/>
          <p14:tracePt t="41627" x="1617663" y="4757738"/>
          <p14:tracePt t="41635" x="1644650" y="4757738"/>
          <p14:tracePt t="41643" x="1663700" y="4757738"/>
          <p14:tracePt t="41652" x="1673225" y="4757738"/>
          <p14:tracePt t="41670" x="1682750" y="4757738"/>
          <p14:tracePt t="41683" x="1692275" y="4757738"/>
          <p14:tracePt t="41700" x="1701800" y="4757738"/>
          <p14:tracePt t="41711" x="1720850" y="4757738"/>
          <p14:tracePt t="41720" x="1730375" y="4757738"/>
          <p14:tracePt t="41733" x="1739900" y="4757738"/>
          <p14:tracePt t="41740" x="1749425" y="4757738"/>
          <p14:tracePt t="41754" x="1758950" y="4757738"/>
          <p14:tracePt t="41788" x="1768475" y="4757738"/>
          <p14:tracePt t="41830" x="1778000" y="4757738"/>
          <p14:tracePt t="41852" x="1787525" y="4757738"/>
          <p14:tracePt t="41858" x="1797050" y="4757738"/>
          <p14:tracePt t="41865" x="1806575" y="4757738"/>
          <p14:tracePt t="41879" x="1816100" y="4757738"/>
          <p14:tracePt t="41906" x="1825625" y="4757738"/>
          <p14:tracePt t="41922" x="1825625" y="4767263"/>
          <p14:tracePt t="41942" x="1835150" y="4767263"/>
          <p14:tracePt t="41956" x="1835150" y="4776788"/>
          <p14:tracePt t="41977" x="1844675" y="4776788"/>
          <p14:tracePt t="42012" x="1852613" y="4776788"/>
          <p14:tracePt t="42033" x="1852613" y="4786313"/>
          <p14:tracePt t="42068" x="1852613" y="4795838"/>
          <p14:tracePt t="42102" x="1852613" y="4805363"/>
          <p14:tracePt t="42137" x="1852613" y="4814888"/>
          <p14:tracePt t="42182" x="1852613" y="4824413"/>
          <p14:tracePt t="42215" x="1862138" y="4824413"/>
          <p14:tracePt t="42257" x="1862138" y="4833938"/>
          <p14:tracePt t="42286" x="1881188" y="4833938"/>
          <p14:tracePt t="42474" x="1890713" y="4833938"/>
          <p14:tracePt t="42494" x="1900238" y="4833938"/>
          <p14:tracePt t="42505" x="1909763" y="4833938"/>
          <p14:tracePt t="42516" x="1919288" y="4833938"/>
          <p14:tracePt t="42523" x="1928813" y="4833938"/>
          <p14:tracePt t="42529" x="1938338" y="4833938"/>
          <p14:tracePt t="42537" x="1966913" y="4833938"/>
          <p14:tracePt t="42542" x="1985963" y="4833938"/>
          <p14:tracePt t="42551" x="2005013" y="4824413"/>
          <p14:tracePt t="42556" x="2024063" y="4824413"/>
          <p14:tracePt t="42566" x="2070100" y="4805363"/>
          <p14:tracePt t="42572" x="2098675" y="4805363"/>
          <p14:tracePt t="42578" x="2127250" y="4795838"/>
          <p14:tracePt t="42586" x="2184400" y="4786313"/>
          <p14:tracePt t="42592" x="2212975" y="4786313"/>
          <p14:tracePt t="42600" x="2251075" y="4786313"/>
          <p14:tracePt t="42608" x="2279650" y="4776788"/>
          <p14:tracePt t="42616" x="2316163" y="4776788"/>
          <p14:tracePt t="42622" x="2335213" y="4776788"/>
          <p14:tracePt t="42627" x="2354263" y="4776788"/>
          <p14:tracePt t="42635" x="2363788" y="4776788"/>
          <p14:tracePt t="42640" x="2382838" y="4776788"/>
          <p14:tracePt t="42650" x="2401888" y="4776788"/>
          <p14:tracePt t="42656" x="2411413" y="4776788"/>
          <p14:tracePt t="42663" x="2420938" y="4776788"/>
          <p14:tracePt t="42670" x="2439988" y="4776788"/>
          <p14:tracePt t="42675" x="2449513" y="4776788"/>
          <p14:tracePt t="42684" x="2459038" y="4776788"/>
          <p14:tracePt t="42691" x="2478088" y="4776788"/>
          <p14:tracePt t="42697" x="2487613" y="4776788"/>
          <p14:tracePt t="42711" x="2497138" y="4776788"/>
          <p14:tracePt t="42759" x="2505075" y="4776788"/>
          <p14:tracePt t="47953" x="2478088" y="4795838"/>
          <p14:tracePt t="47962" x="2459038" y="4814888"/>
          <p14:tracePt t="47967" x="2449513" y="4833938"/>
          <p14:tracePt t="47975" x="2439988" y="4843463"/>
          <p14:tracePt t="47984" x="2420938" y="4852988"/>
          <p14:tracePt t="47991" x="2411413" y="4872038"/>
          <p14:tracePt t="47996" x="2401888" y="4881563"/>
          <p14:tracePt t="48003" x="2392363" y="4891088"/>
          <p14:tracePt t="48012" x="2392363" y="4900613"/>
          <p14:tracePt t="48021" x="2382838" y="4910138"/>
          <p14:tracePt t="48035" x="2373313" y="4910138"/>
          <p14:tracePt t="48041" x="2363788" y="4918075"/>
          <p14:tracePt t="48045" x="2354263" y="4927600"/>
          <p14:tracePt t="48056" x="2316163" y="4946650"/>
          <p14:tracePt t="48065" x="2251075" y="5022850"/>
          <p14:tracePt t="48072" x="1985963" y="5202238"/>
          <p14:tracePt t="48079" x="1797050" y="5345113"/>
          <p14:tracePt t="48086" x="1654175" y="5419725"/>
          <p14:tracePt t="48092" x="1550988" y="5476875"/>
          <p14:tracePt t="48101" x="1484313" y="5514975"/>
          <p14:tracePt t="48106" x="1417638" y="5543550"/>
          <p14:tracePt t="48117" x="1390650" y="5581650"/>
          <p14:tracePt t="48124" x="1371600" y="5591175"/>
          <p14:tracePt t="48133" x="1352550" y="5600700"/>
          <p14:tracePt t="48137" x="1333500" y="5608638"/>
          <p14:tracePt t="48142" x="1314450" y="5618163"/>
          <p14:tracePt t="48152" x="1304925" y="5618163"/>
          <p14:tracePt t="48159" x="1295400" y="5627688"/>
          <p14:tracePt t="48167" x="1285875" y="5627688"/>
          <p14:tracePt t="48171" x="1276350" y="5627688"/>
          <p14:tracePt t="48175" x="1266825" y="5627688"/>
          <p14:tracePt t="48190" x="1257300" y="5627688"/>
          <p14:tracePt t="48456" x="1276350" y="5627688"/>
          <p14:tracePt t="48464" x="1285875" y="5627688"/>
          <p14:tracePt t="48472" x="1304925" y="5618163"/>
          <p14:tracePt t="48478" x="1314450" y="5608638"/>
          <p14:tracePt t="48486" x="1323975" y="5600700"/>
          <p14:tracePt t="48492" x="1333500" y="5600700"/>
          <p14:tracePt t="48500" x="1343025" y="5600700"/>
          <p14:tracePt t="48507" x="1352550" y="5600700"/>
          <p14:tracePt t="48513" x="1352550" y="5581650"/>
          <p14:tracePt t="48521" x="1362075" y="5581650"/>
          <p14:tracePt t="48540" x="1371600" y="5581650"/>
          <p14:tracePt t="48550" x="1371600" y="5572125"/>
          <p14:tracePt t="48569" x="1381125" y="5572125"/>
          <p14:tracePt t="48584" x="1390650" y="5562600"/>
          <p14:tracePt t="48600" x="1400175" y="5562600"/>
          <p14:tracePt t="48610" x="1400175" y="5553075"/>
          <p14:tracePt t="48625" x="1409700" y="5553075"/>
          <p14:tracePt t="48633" x="1409700" y="5543550"/>
          <p14:tracePt t="48639" x="1417638" y="5543550"/>
          <p14:tracePt t="48645" x="1436688" y="5534025"/>
          <p14:tracePt t="48652" x="1446213" y="5524500"/>
          <p14:tracePt t="48659" x="1455738" y="5514975"/>
          <p14:tracePt t="48666" x="1465263" y="5495925"/>
          <p14:tracePt t="48684" x="1474788" y="5486400"/>
          <p14:tracePt t="48695" x="1493838" y="5467350"/>
          <p14:tracePt t="48702" x="1531938" y="5457825"/>
          <p14:tracePt t="48709" x="1550988" y="5429250"/>
          <p14:tracePt t="48717" x="1589088" y="5372100"/>
          <p14:tracePt t="48725" x="1654175" y="5316538"/>
          <p14:tracePt t="48733" x="1692275" y="5268913"/>
          <p14:tracePt t="48740" x="1739900" y="5230813"/>
          <p14:tracePt t="48745" x="1787525" y="5192713"/>
          <p14:tracePt t="48752" x="1806575" y="5173663"/>
          <p14:tracePt t="48761" x="1825625" y="5164138"/>
          <p14:tracePt t="48769" x="1835150" y="5145088"/>
          <p14:tracePt t="48777" x="1844675" y="5145088"/>
          <p14:tracePt t="48783" x="1852613" y="5145088"/>
          <p14:tracePt t="48788" x="1852613" y="5137150"/>
          <p14:tracePt t="48792" x="1862138" y="5137150"/>
          <p14:tracePt t="48819" x="1862138" y="5127625"/>
          <p14:tracePt t="48827" x="1881188" y="5127625"/>
          <p14:tracePt t="48855" x="1890713" y="5118100"/>
          <p14:tracePt t="48925" x="1900238" y="5118100"/>
          <p14:tracePt t="48933" x="1919288" y="5108575"/>
          <p14:tracePt t="48937" x="1928813" y="5108575"/>
          <p14:tracePt t="48945" x="1938338" y="5108575"/>
          <p14:tracePt t="48954" x="1947863" y="5099050"/>
          <p14:tracePt t="48959" x="1966913" y="5099050"/>
          <p14:tracePt t="48982" x="1976438" y="5099050"/>
          <p14:tracePt t="48995" x="1985963" y="5099050"/>
          <p14:tracePt t="49008" x="1995488" y="5099050"/>
          <p14:tracePt t="49022" x="2005013" y="5099050"/>
          <p14:tracePt t="49036" x="2014538" y="5099050"/>
          <p14:tracePt t="49040" x="2024063" y="5099050"/>
          <p14:tracePt t="49057" x="2033588" y="5099050"/>
          <p14:tracePt t="49065" x="2043113" y="5099050"/>
          <p14:tracePt t="49072" x="2052638" y="5099050"/>
          <p14:tracePt t="49093" x="2062163" y="5099050"/>
          <p14:tracePt t="49106" x="2070100" y="5099050"/>
          <p14:tracePt t="49128" x="2079625" y="5099050"/>
          <p14:tracePt t="49148" x="2089150" y="5089525"/>
          <p14:tracePt t="49154" x="2108200" y="5089525"/>
          <p14:tracePt t="49164" x="2127250" y="5089525"/>
          <p14:tracePt t="49170" x="2146300" y="5089525"/>
          <p14:tracePt t="49177" x="2155825" y="5089525"/>
          <p14:tracePt t="49183" x="2174875" y="5089525"/>
          <p14:tracePt t="49189" x="2203450" y="5089525"/>
          <p14:tracePt t="49198" x="2212975" y="5089525"/>
          <p14:tracePt t="49203" x="2222500" y="5089525"/>
          <p14:tracePt t="49212" x="2232025" y="5089525"/>
          <p14:tracePt t="49219" x="2251075" y="5089525"/>
          <p14:tracePt t="49226" x="2260600" y="5089525"/>
          <p14:tracePt t="49232" x="2270125" y="5089525"/>
          <p14:tracePt t="49239" x="2297113" y="5089525"/>
          <p14:tracePt t="49248" x="2306638" y="5089525"/>
          <p14:tracePt t="49260" x="2316163" y="5089525"/>
          <p14:tracePt t="49268" x="2325688" y="5089525"/>
          <p14:tracePt t="49273" x="2344738" y="5089525"/>
          <p14:tracePt t="49283" x="2354263" y="5089525"/>
          <p14:tracePt t="49288" x="2373313" y="5089525"/>
          <p14:tracePt t="49303" x="2382838" y="5089525"/>
          <p14:tracePt t="49308" x="2392363" y="5089525"/>
          <p14:tracePt t="49318" x="2401888" y="5089525"/>
          <p14:tracePt t="49322" x="2411413" y="5089525"/>
          <p14:tracePt t="49334" x="2430463" y="5089525"/>
          <p14:tracePt t="49340" x="2459038" y="5089525"/>
          <p14:tracePt t="49345" x="2478088" y="5089525"/>
          <p14:tracePt t="49353" x="2497138" y="5089525"/>
          <p14:tracePt t="49358" x="2514600" y="5089525"/>
          <p14:tracePt t="49364" x="2533650" y="5089525"/>
          <p14:tracePt t="49373" x="2562225" y="5089525"/>
          <p14:tracePt t="49378" x="2581275" y="5089525"/>
          <p14:tracePt t="49387" x="2609850" y="5089525"/>
          <p14:tracePt t="49392" x="2647950" y="5089525"/>
          <p14:tracePt t="49402" x="2686050" y="5089525"/>
          <p14:tracePt t="49406" x="2714625" y="5089525"/>
          <p14:tracePt t="49416" x="2751138" y="5089525"/>
          <p14:tracePt t="49422" x="2779713" y="5089525"/>
          <p14:tracePt t="49428" x="2827338" y="5089525"/>
          <p14:tracePt t="49436" x="2855913" y="5099050"/>
          <p14:tracePt t="49441" x="2874963" y="5099050"/>
          <p14:tracePt t="49449" x="2922588" y="5099050"/>
          <p14:tracePt t="49457" x="2940050" y="5108575"/>
          <p14:tracePt t="49466" x="2978150" y="5118100"/>
          <p14:tracePt t="49473" x="2997200" y="5118100"/>
          <p14:tracePt t="49478" x="3016250" y="5127625"/>
          <p14:tracePt t="49486" x="3054350" y="5137150"/>
          <p14:tracePt t="49492" x="3101975" y="5173663"/>
          <p14:tracePt t="49499" x="3101975" y="5183188"/>
          <p14:tracePt t="50141" x="3101975" y="5202238"/>
          <p14:tracePt t="50149" x="3073400" y="5230813"/>
          <p14:tracePt t="50155" x="3054350" y="5249863"/>
          <p14:tracePt t="50166" x="3006725" y="5287963"/>
          <p14:tracePt t="50172" x="2978150" y="5326063"/>
          <p14:tracePt t="50177" x="2940050" y="5354638"/>
          <p14:tracePt t="50185" x="2894013" y="5400675"/>
          <p14:tracePt t="50191" x="2855913" y="5438775"/>
          <p14:tracePt t="50198" x="2808288" y="5476875"/>
          <p14:tracePt t="50205" x="2741613" y="5514975"/>
          <p14:tracePt t="50210" x="2676525" y="5572125"/>
          <p14:tracePt t="50222" x="2628900" y="5591175"/>
          <p14:tracePt t="50228" x="2562225" y="5637213"/>
          <p14:tracePt t="50235" x="2497138" y="5675313"/>
          <p14:tracePt t="50241" x="2468563" y="5684838"/>
          <p14:tracePt t="50248" x="2430463" y="5694363"/>
          <p14:tracePt t="50254" x="2373313" y="5713413"/>
          <p14:tracePt t="50260" x="2344738" y="5732463"/>
          <p14:tracePt t="50267" x="2306638" y="5741988"/>
          <p14:tracePt t="50275" x="2270125" y="5751513"/>
          <p14:tracePt t="50281" x="2251075" y="5761038"/>
          <p14:tracePt t="50292" x="2222500" y="5770563"/>
          <p14:tracePt t="50297" x="2174875" y="5789613"/>
          <p14:tracePt t="50302" x="2136775" y="5799138"/>
          <p14:tracePt t="50310" x="2108200" y="5818188"/>
          <p14:tracePt t="50317" x="2070100" y="5827713"/>
          <p14:tracePt t="50324" x="2052638" y="5835650"/>
          <p14:tracePt t="50333" x="2024063" y="5845175"/>
          <p14:tracePt t="50340" x="2005013" y="5854700"/>
          <p14:tracePt t="50346" x="1966913" y="5864225"/>
          <p14:tracePt t="50353" x="1957388" y="5864225"/>
          <p14:tracePt t="50361" x="1947863" y="5873750"/>
          <p14:tracePt t="50370" x="1938338" y="5873750"/>
          <p14:tracePt t="50376" x="1928813" y="5873750"/>
          <p14:tracePt t="50381" x="1919288" y="5892800"/>
          <p14:tracePt t="50393" x="1909763" y="5892800"/>
          <p14:tracePt t="50399" x="1890713" y="5892800"/>
          <p14:tracePt t="50407" x="1881188" y="5892800"/>
          <p14:tracePt t="50421" x="1871663" y="5892800"/>
          <p14:tracePt t="50450" x="1862138" y="5892800"/>
          <p14:tracePt t="50490" x="1852613" y="5892800"/>
          <p14:tracePt t="50504" x="1844675" y="5892800"/>
          <p14:tracePt t="50519" x="1835150" y="5892800"/>
          <p14:tracePt t="50539" x="1825625" y="5892800"/>
          <p14:tracePt t="50575" x="1806575" y="5892800"/>
          <p14:tracePt t="50588" x="1797050" y="5892800"/>
          <p14:tracePt t="50623" x="1787525" y="5892800"/>
          <p14:tracePt t="50638" x="1778000" y="5892800"/>
          <p14:tracePt t="50652" x="1768475" y="5892800"/>
          <p14:tracePt t="50667" x="1768475" y="5883275"/>
          <p14:tracePt t="50687" x="1758950" y="5873750"/>
          <p14:tracePt t="50716" x="1758950" y="5864225"/>
          <p14:tracePt t="50737" x="1758950" y="5854700"/>
          <p14:tracePt t="50770" x="1758950" y="5845175"/>
          <p14:tracePt t="50825" x="1758950" y="5835650"/>
          <p14:tracePt t="50834" x="1778000" y="5827713"/>
          <p14:tracePt t="50841" x="1797050" y="5818188"/>
          <p14:tracePt t="50849" x="1825625" y="5789613"/>
          <p14:tracePt t="50855" x="1844675" y="5789613"/>
          <p14:tracePt t="50860" x="1862138" y="5780088"/>
          <p14:tracePt t="50869" x="1900238" y="5770563"/>
          <p14:tracePt t="50883" x="1928813" y="5761038"/>
          <p14:tracePt t="50889" x="1966913" y="5751513"/>
          <p14:tracePt t="50899" x="1985963" y="5741988"/>
          <p14:tracePt t="50904" x="2024063" y="5732463"/>
          <p14:tracePt t="50909" x="2070100" y="5722938"/>
          <p14:tracePt t="50918" x="2146300" y="5713413"/>
          <p14:tracePt t="50923" x="2212975" y="5665788"/>
          <p14:tracePt t="50932" x="2251075" y="5656263"/>
          <p14:tracePt t="50940" x="2306638" y="5646738"/>
          <p14:tracePt t="50945" x="2325688" y="5637213"/>
          <p14:tracePt t="50954" x="2344738" y="5627688"/>
          <p14:tracePt t="50963" x="2373313" y="5627688"/>
          <p14:tracePt t="50970" x="2392363" y="5618163"/>
          <p14:tracePt t="50973" x="2401888" y="5618163"/>
          <p14:tracePt t="50982" x="2411413" y="5618163"/>
          <p14:tracePt t="50988" x="2420938" y="5618163"/>
          <p14:tracePt t="50995" x="2430463" y="5618163"/>
          <p14:tracePt t="51016" x="2439988" y="5618163"/>
          <p14:tracePt t="51032" x="2459038" y="5618163"/>
          <p14:tracePt t="51038" x="2468563" y="5618163"/>
          <p14:tracePt t="51050" x="2478088" y="5618163"/>
          <p14:tracePt t="51059" x="2487613" y="5618163"/>
          <p14:tracePt t="51071" x="2497138" y="5618163"/>
          <p14:tracePt t="51091" x="2505075" y="5618163"/>
          <p14:tracePt t="51100" x="2514600" y="5618163"/>
          <p14:tracePt t="51105" x="2524125" y="5618163"/>
          <p14:tracePt t="51116" x="2543175" y="5618163"/>
          <p14:tracePt t="51122" x="2552700" y="5618163"/>
          <p14:tracePt t="51127" x="2562225" y="5618163"/>
          <p14:tracePt t="51134" x="2581275" y="5618163"/>
          <p14:tracePt t="51141" x="2590800" y="5618163"/>
          <p14:tracePt t="51150" x="2600325" y="5618163"/>
          <p14:tracePt t="51166" x="2628900" y="5618163"/>
          <p14:tracePt t="51172" x="2638425" y="5618163"/>
          <p14:tracePt t="51186" x="2647950" y="5618163"/>
          <p14:tracePt t="51191" x="2657475" y="5618163"/>
          <p14:tracePt t="51201" x="2667000" y="5618163"/>
          <p14:tracePt t="51205" x="2676525" y="5618163"/>
          <p14:tracePt t="51210" x="2695575" y="5627688"/>
          <p14:tracePt t="51217" x="2714625" y="5627688"/>
          <p14:tracePt t="51225" x="2714625" y="5637213"/>
          <p14:tracePt t="51231" x="2760663" y="5646738"/>
          <p14:tracePt t="51239" x="2779713" y="5656263"/>
          <p14:tracePt t="51245" x="2836863" y="5703888"/>
          <p14:tracePt t="51254" x="2846388" y="5713413"/>
          <p14:tracePt t="56774" x="2827338" y="5713413"/>
          <p14:tracePt t="56781" x="2789238" y="5713413"/>
          <p14:tracePt t="56788" x="2741613" y="5694363"/>
          <p14:tracePt t="56797" x="2676525" y="5675313"/>
          <p14:tracePt t="56803" x="2609850" y="5646738"/>
          <p14:tracePt t="56809" x="2562225" y="5627688"/>
          <p14:tracePt t="56818" x="2497138" y="5581650"/>
          <p14:tracePt t="56823" x="2468563" y="5572125"/>
          <p14:tracePt t="56834" x="2420938" y="5553075"/>
          <p14:tracePt t="56842" x="2373313" y="5524500"/>
          <p14:tracePt t="56846" x="2354263" y="5514975"/>
          <p14:tracePt t="56853" x="2325688" y="5495925"/>
          <p14:tracePt t="56861" x="2306638" y="5476875"/>
          <p14:tracePt t="56868" x="2260600" y="5457825"/>
          <p14:tracePt t="56877" x="2241550" y="5429250"/>
          <p14:tracePt t="56884" x="2203450" y="5410200"/>
          <p14:tracePt t="56890" x="2165350" y="5391150"/>
          <p14:tracePt t="56894" x="2127250" y="5345113"/>
          <p14:tracePt t="56901" x="2089150" y="5316538"/>
          <p14:tracePt t="56906" x="2052638" y="5307013"/>
          <p14:tracePt t="56916" x="2024063" y="5297488"/>
          <p14:tracePt t="56923" x="1995488" y="5287963"/>
          <p14:tracePt t="56928" x="1976438" y="5278438"/>
          <p14:tracePt t="56937" x="1947863" y="5268913"/>
          <p14:tracePt t="56942" x="1938338" y="5249863"/>
          <p14:tracePt t="56949" x="1928813" y="5249863"/>
          <p14:tracePt t="56957" x="1909763" y="5249863"/>
          <p14:tracePt t="56964" x="1909763" y="5240338"/>
          <p14:tracePt t="56972" x="1890713" y="5240338"/>
          <p14:tracePt t="56977" x="1881188" y="5240338"/>
          <p14:tracePt t="56986" x="1862138" y="5230813"/>
          <p14:tracePt t="56990" x="1852613" y="5230813"/>
          <p14:tracePt t="56999" x="1844675" y="5230813"/>
          <p14:tracePt t="57016" x="1835150" y="5230813"/>
          <p14:tracePt t="57021" x="1825625" y="5230813"/>
          <p14:tracePt t="57048" x="1816100" y="5230813"/>
          <p14:tracePt t="57082" x="1806575" y="5230813"/>
          <p14:tracePt t="57106" x="1797050" y="5230813"/>
          <p14:tracePt t="57116" x="1778000" y="5230813"/>
          <p14:tracePt t="57147" x="1768475" y="5230813"/>
          <p14:tracePt t="57181" x="1758950" y="5230813"/>
          <p14:tracePt t="58305" x="1768475" y="5230813"/>
          <p14:tracePt t="58382" x="1778000" y="5230813"/>
          <p14:tracePt t="58402" x="1797050" y="5230813"/>
          <p14:tracePt t="58409" x="1806575" y="5230813"/>
          <p14:tracePt t="58433" x="1816100" y="5230813"/>
          <p14:tracePt t="58454" x="1825625" y="5230813"/>
          <p14:tracePt t="58474" x="1835150" y="5230813"/>
          <p14:tracePt t="58488" x="1844675" y="5230813"/>
          <p14:tracePt t="58497" x="1852613" y="5230813"/>
          <p14:tracePt t="58508" x="1862138" y="5230813"/>
          <p14:tracePt t="58533" x="1881188" y="5230813"/>
          <p14:tracePt t="58565" x="1890713" y="5230813"/>
          <p14:tracePt t="58591" x="1890713" y="5240338"/>
          <p14:tracePt t="58600" x="1900238" y="5240338"/>
          <p14:tracePt t="58607" x="1919288" y="5240338"/>
          <p14:tracePt t="58614" x="1928813" y="5240338"/>
          <p14:tracePt t="58620" x="1938338" y="5240338"/>
          <p14:tracePt t="58627" x="1947863" y="5240338"/>
          <p14:tracePt t="58636" x="1957388" y="5240338"/>
          <p14:tracePt t="58640" x="1966913" y="5240338"/>
          <p14:tracePt t="58649" x="1976438" y="5240338"/>
          <p14:tracePt t="58654" x="1985963" y="5240338"/>
          <p14:tracePt t="58669" x="1995488" y="5240338"/>
          <p14:tracePt t="58704" x="2005013" y="5240338"/>
          <p14:tracePt t="58732" x="2014538" y="5240338"/>
          <p14:tracePt t="58796" x="2024063" y="5240338"/>
          <p14:tracePt t="58816" x="2033588" y="5240338"/>
          <p14:tracePt t="58829" x="2052638" y="5240338"/>
          <p14:tracePt t="58843" x="2062163" y="5240338"/>
          <p14:tracePt t="58851" x="2070100" y="5240338"/>
          <p14:tracePt t="58858" x="2079625" y="5240338"/>
          <p14:tracePt t="58872" x="2089150" y="5240338"/>
          <p14:tracePt t="58882" x="2098675" y="5240338"/>
          <p14:tracePt t="58887" x="2108200" y="5240338"/>
          <p14:tracePt t="58892" x="2117725" y="5240338"/>
          <p14:tracePt t="58900" x="2136775" y="5240338"/>
          <p14:tracePt t="58935" x="2146300" y="5240338"/>
          <p14:tracePt t="58954" x="2155825" y="5240338"/>
          <p14:tracePt t="58969" x="2165350" y="5240338"/>
          <p14:tracePt t="58989" x="2174875" y="5240338"/>
          <p14:tracePt t="59010" x="2184400" y="5240338"/>
          <p14:tracePt t="59038" x="2193925" y="5240338"/>
          <p14:tracePt t="59389" x="2203450" y="5240338"/>
          <p14:tracePt t="59396" x="2212975" y="5240338"/>
          <p14:tracePt t="59403" x="2222500" y="5240338"/>
          <p14:tracePt t="59410" x="2232025" y="5240338"/>
          <p14:tracePt t="59423" x="2241550" y="5240338"/>
          <p14:tracePt t="59431" x="2251075" y="5240338"/>
          <p14:tracePt t="59449" x="2260600" y="5240338"/>
          <p14:tracePt t="59482" x="2270125" y="5240338"/>
          <p14:tracePt t="59501" x="2279650" y="5240338"/>
          <p14:tracePt t="59507" x="2287588" y="5240338"/>
          <p14:tracePt t="59531" x="2297113" y="5240338"/>
          <p14:tracePt t="59550" x="2306638" y="5240338"/>
          <p14:tracePt t="59585" x="2316163" y="5240338"/>
          <p14:tracePt t="59614" x="2325688" y="5240338"/>
          <p14:tracePt t="59619" x="2335213" y="5240338"/>
          <p14:tracePt t="59648" x="2354263" y="5240338"/>
          <p14:tracePt t="59688" x="2363788" y="5240338"/>
          <p14:tracePt t="59745" x="2373313" y="5240338"/>
          <p14:tracePt t="59786" x="2382838" y="5240338"/>
          <p14:tracePt t="59794" x="2392363" y="5249863"/>
          <p14:tracePt t="59800" x="2401888" y="5249863"/>
          <p14:tracePt t="59807" x="2420938" y="5259388"/>
          <p14:tracePt t="59815" x="2439988" y="5259388"/>
          <p14:tracePt t="59823" x="2449513" y="5259388"/>
          <p14:tracePt t="59836" x="2468563" y="5268913"/>
          <p14:tracePt t="59843" x="2487613" y="5268913"/>
          <p14:tracePt t="59850" x="2497138" y="5268913"/>
          <p14:tracePt t="59866" x="2505075" y="5268913"/>
          <p14:tracePt t="59873" x="2524125" y="5268913"/>
          <p14:tracePt t="59886" x="2533650" y="5268913"/>
          <p14:tracePt t="59899" x="2543175" y="5268913"/>
          <p14:tracePt t="59948" x="2552700" y="5268913"/>
          <p14:tracePt t="59983" x="2562225" y="5268913"/>
          <p14:tracePt t="60024" x="2571750" y="5268913"/>
          <p14:tracePt t="60053" x="2581275" y="5268913"/>
          <p14:tracePt t="60073" x="2590800" y="5268913"/>
          <p14:tracePt t="60081" x="2600325" y="5268913"/>
          <p14:tracePt t="60087" x="2609850" y="5268913"/>
          <p14:tracePt t="60096" x="2628900" y="5278438"/>
          <p14:tracePt t="60103" x="2638425" y="5278438"/>
          <p14:tracePt t="60116" x="2647950" y="5278438"/>
          <p14:tracePt t="60122" x="2657475" y="5287963"/>
          <p14:tracePt t="60131" x="2667000" y="5287963"/>
          <p14:tracePt t="60151" x="2686050" y="5287963"/>
          <p14:tracePt t="60165" x="2695575" y="5287963"/>
          <p14:tracePt t="60192" x="2705100" y="5287963"/>
          <p14:tracePt t="60228" x="2714625" y="5287963"/>
          <p14:tracePt t="60262" x="2722563" y="5287963"/>
          <p14:tracePt t="60298" x="2732088" y="5287963"/>
          <p14:tracePt t="60367" x="2741613" y="5287963"/>
          <p14:tracePt t="60396" x="2751138" y="5287963"/>
          <p14:tracePt t="60430" x="2770188" y="5287963"/>
          <p14:tracePt t="60466" x="2779713" y="5287963"/>
          <p14:tracePt t="60486" x="2789238" y="5287963"/>
          <p14:tracePt t="60521" x="2798763" y="5287963"/>
          <p14:tracePt t="60535" x="2808288" y="5287963"/>
          <p14:tracePt t="60569" x="2817813" y="5287963"/>
          <p14:tracePt t="60584" x="2817813" y="5278438"/>
          <p14:tracePt t="60592" x="2827338" y="5278438"/>
          <p14:tracePt t="60619" x="2836863" y="5278438"/>
          <p14:tracePt t="60654" x="2855913" y="5278438"/>
          <p14:tracePt t="60669" x="2855913" y="5268913"/>
          <p14:tracePt t="60724" x="2865438" y="5268913"/>
          <p14:tracePt t="60758" x="2874963" y="5268913"/>
          <p14:tracePt t="60773" x="2874963" y="5259388"/>
          <p14:tracePt t="60795" x="2884488" y="5259388"/>
          <p14:tracePt t="60829" x="2894013" y="5259388"/>
          <p14:tracePt t="60898" x="2894013" y="5249863"/>
          <p14:tracePt t="61064" x="2884488" y="5249863"/>
          <p14:tracePt t="61073" x="2874963" y="5249863"/>
          <p14:tracePt t="61087" x="2865438" y="5249863"/>
          <p14:tracePt t="61107" x="2846388" y="5249863"/>
          <p14:tracePt t="61116" x="2836863" y="5249863"/>
          <p14:tracePt t="61122" x="2827338" y="5249863"/>
          <p14:tracePt t="61131" x="2817813" y="5249863"/>
          <p14:tracePt t="61137" x="2808288" y="5249863"/>
          <p14:tracePt t="61143" x="2798763" y="5249863"/>
          <p14:tracePt t="61167" x="2779713" y="5259388"/>
          <p14:tracePt t="61172" x="2751138" y="5268913"/>
          <p14:tracePt t="61181" x="2732088" y="5287963"/>
          <p14:tracePt t="61188" x="2714625" y="5287963"/>
          <p14:tracePt t="61192" x="2686050" y="5297488"/>
          <p14:tracePt t="61199" x="2647950" y="5297488"/>
          <p14:tracePt t="61204" x="2628900" y="5307013"/>
          <p14:tracePt t="61216" x="2609850" y="5307013"/>
          <p14:tracePt t="61226" x="2600325" y="5316538"/>
          <p14:tracePt t="61235" x="2590800" y="5316538"/>
          <p14:tracePt t="61241" x="2571750" y="5316538"/>
          <p14:tracePt t="61249" x="2562225" y="5316538"/>
          <p14:tracePt t="61255" x="2552700" y="5316538"/>
          <p14:tracePt t="61263" x="2552700" y="5326063"/>
          <p14:tracePt t="61284" x="2543175" y="5326063"/>
          <p14:tracePt t="61298" x="2543175" y="5335588"/>
          <p14:tracePt t="61311" x="2533650" y="5335588"/>
          <p14:tracePt t="61324" x="2524125" y="5335588"/>
          <p14:tracePt t="61333" x="2514600" y="5345113"/>
          <p14:tracePt t="61338" x="2505075" y="5354638"/>
          <p14:tracePt t="61347" x="2478088" y="5372100"/>
          <p14:tracePt t="61352" x="2459038" y="5372100"/>
          <p14:tracePt t="61359" x="2439988" y="5381625"/>
          <p14:tracePt t="61368" x="2411413" y="5391150"/>
          <p14:tracePt t="61375" x="2382838" y="5400675"/>
          <p14:tracePt t="61383" x="2373313" y="5400675"/>
          <p14:tracePt t="61390" x="2363788" y="5410200"/>
          <p14:tracePt t="61397" x="2344738" y="5419725"/>
          <p14:tracePt t="61404" x="2335213" y="5419725"/>
          <p14:tracePt t="61410" x="2325688" y="5419725"/>
          <p14:tracePt t="61423" x="2306638" y="5429250"/>
          <p14:tracePt t="61432" x="2297113" y="5429250"/>
          <p14:tracePt t="61443" x="2287588" y="5429250"/>
          <p14:tracePt t="61505" x="2335213" y="5429250"/>
          <p14:tracePt t="61516" x="2478088" y="5400675"/>
          <p14:tracePt t="61520" x="2552700" y="5381625"/>
          <p14:tracePt t="61529" x="2667000" y="5354638"/>
          <p14:tracePt t="61536" x="2732088" y="5335588"/>
          <p14:tracePt t="61542" x="2817813" y="5316538"/>
          <p14:tracePt t="61548" x="2836863" y="5316538"/>
          <p14:tracePt t="61556" x="2903538" y="5307013"/>
          <p14:tracePt t="61563" x="2987675" y="5287963"/>
          <p14:tracePt t="61571" x="3063875" y="5278438"/>
          <p14:tracePt t="61577" x="3149600" y="5268913"/>
          <p14:tracePt t="61583" x="3224213" y="5249863"/>
          <p14:tracePt t="61591" x="3262313" y="5249863"/>
          <p14:tracePt t="61597" x="3319463" y="5249863"/>
          <p14:tracePt t="61605" x="3367088" y="5240338"/>
          <p14:tracePt t="61616" x="3394075" y="5240338"/>
          <p14:tracePt t="61622" x="3413125" y="5240338"/>
          <p14:tracePt t="61626" x="3489325" y="5230813"/>
          <p14:tracePt t="61636" x="3508375" y="5230813"/>
          <p14:tracePt t="61641" x="3536950" y="5230813"/>
          <p14:tracePt t="61648" x="3584575" y="5202238"/>
          <p14:tracePt t="61658" x="3640138" y="5202238"/>
          <p14:tracePt t="61666" x="3697288" y="5202238"/>
          <p14:tracePt t="61672" x="3754438" y="5202238"/>
          <p14:tracePt t="61677" x="3838575" y="5202238"/>
          <p14:tracePt t="61682" x="3876675" y="5202238"/>
          <p14:tracePt t="61690" x="3905250" y="5202238"/>
          <p14:tracePt t="61698" x="3962400" y="5202238"/>
          <p14:tracePt t="61705" x="3981450" y="5202238"/>
          <p14:tracePt t="61711" x="4000500" y="5221288"/>
          <p14:tracePt t="61719" x="4019550" y="5221288"/>
          <p14:tracePt t="61726" x="4046538" y="5221288"/>
          <p14:tracePt t="61735" x="4056063" y="5221288"/>
          <p14:tracePt t="61739" x="4065588" y="5221288"/>
          <p14:tracePt t="61746" x="4075113" y="5221288"/>
          <p14:tracePt t="61754" x="4084638" y="5221288"/>
          <p14:tracePt t="61759" x="4094163" y="5221288"/>
          <p14:tracePt t="61767" x="4094163" y="5230813"/>
          <p14:tracePt t="61783" x="4103688" y="5230813"/>
          <p14:tracePt t="61801" x="4103688" y="5240338"/>
          <p14:tracePt t="61835" x="4103688" y="5249863"/>
          <p14:tracePt t="61843" x="4103688" y="5268913"/>
          <p14:tracePt t="61849" x="4103688" y="5278438"/>
          <p14:tracePt t="65009" x="4056063" y="5297488"/>
          <p14:tracePt t="65016" x="3971925" y="5307013"/>
          <p14:tracePt t="65024" x="3924300" y="5326063"/>
          <p14:tracePt t="65033" x="3867150" y="5335588"/>
          <p14:tracePt t="65039" x="3819525" y="5345113"/>
          <p14:tracePt t="65043" x="3792538" y="5354638"/>
          <p14:tracePt t="65051" x="3744913" y="5364163"/>
          <p14:tracePt t="65062" x="3716338" y="5381625"/>
          <p14:tracePt t="65068" x="3687763" y="5410200"/>
          <p14:tracePt t="65076" x="3630613" y="5419725"/>
          <p14:tracePt t="65083" x="3592513" y="5438775"/>
          <p14:tracePt t="65088" x="3517900" y="5467350"/>
          <p14:tracePt t="65093" x="3460750" y="5476875"/>
          <p14:tracePt t="65100" x="3375025" y="5524500"/>
          <p14:tracePt t="65106" x="3290888" y="5534025"/>
          <p14:tracePt t="65116" x="3214688" y="5543550"/>
          <p14:tracePt t="65123" x="3157538" y="5562600"/>
          <p14:tracePt t="65131" x="3054350" y="5591175"/>
          <p14:tracePt t="65141" x="2894013" y="5637213"/>
          <p14:tracePt t="65149" x="2789238" y="5665788"/>
          <p14:tracePt t="65156" x="2695575" y="5684838"/>
          <p14:tracePt t="65162" x="2609850" y="5713413"/>
          <p14:tracePt t="65175" x="2514600" y="5741988"/>
          <p14:tracePt t="65183" x="2430463" y="5751513"/>
          <p14:tracePt t="65190" x="2373313" y="5780088"/>
          <p14:tracePt t="65199" x="2325688" y="5799138"/>
          <p14:tracePt t="65206" x="2306638" y="5799138"/>
          <p14:tracePt t="65214" x="2287588" y="5799138"/>
          <p14:tracePt t="65225" x="2251075" y="5818188"/>
          <p14:tracePt t="65233" x="2222500" y="5827713"/>
          <p14:tracePt t="65241" x="2203450" y="5835650"/>
          <p14:tracePt t="65246" x="2184400" y="5835650"/>
          <p14:tracePt t="65255" x="2165350" y="5845175"/>
          <p14:tracePt t="65263" x="2117725" y="5854700"/>
          <p14:tracePt t="65272" x="2098675" y="5864225"/>
          <p14:tracePt t="65276" x="2079625" y="5873750"/>
          <p14:tracePt t="65283" x="2062163" y="5892800"/>
          <p14:tracePt t="65290" x="2033588" y="5902325"/>
          <p14:tracePt t="65298" x="2014538" y="5902325"/>
          <p14:tracePt t="65304" x="1995488" y="5911850"/>
          <p14:tracePt t="65308" x="1985963" y="5911850"/>
          <p14:tracePt t="65317" x="1976438" y="5911850"/>
          <p14:tracePt t="65324" x="1966913" y="5911850"/>
          <p14:tracePt t="65330" x="1957388" y="5921375"/>
          <p14:tracePt t="65337" x="1938338" y="5921375"/>
          <p14:tracePt t="65353" x="1928813" y="5921375"/>
          <p14:tracePt t="65358" x="1919288" y="5921375"/>
          <p14:tracePt t="65365" x="1909763" y="5921375"/>
          <p14:tracePt t="65371" x="1900238" y="5921375"/>
          <p14:tracePt t="65382" x="1890713" y="5921375"/>
          <p14:tracePt t="65386" x="1881188" y="5921375"/>
          <p14:tracePt t="65401" x="1862138" y="5921375"/>
          <p14:tracePt t="65406" x="1852613" y="5921375"/>
          <p14:tracePt t="65415" x="1844675" y="5921375"/>
          <p14:tracePt t="65419" x="1835150" y="5921375"/>
          <p14:tracePt t="65436" x="1825625" y="5921375"/>
          <p14:tracePt t="65511" x="1825625" y="5911850"/>
          <p14:tracePt t="65532" x="1825625" y="5892800"/>
          <p14:tracePt t="65539" x="1825625" y="5883275"/>
          <p14:tracePt t="65549" x="1825625" y="5873750"/>
          <p14:tracePt t="65553" x="1825625" y="5864225"/>
          <p14:tracePt t="65567" x="1816100" y="5845175"/>
          <p14:tracePt t="65584" x="1816100" y="5835650"/>
          <p14:tracePt t="65588" x="1816100" y="5827713"/>
          <p14:tracePt t="65597" x="1816100" y="5818188"/>
          <p14:tracePt t="65602" x="1816100" y="5799138"/>
          <p14:tracePt t="65613" x="1816100" y="5789613"/>
          <p14:tracePt t="65634" x="1816100" y="5780088"/>
          <p14:tracePt t="65652" x="1816100" y="5770563"/>
          <p14:tracePt t="65659" x="1816100" y="5761038"/>
          <p14:tracePt t="65668" x="1816100" y="5751513"/>
          <p14:tracePt t="65675" x="1816100" y="5741988"/>
          <p14:tracePt t="65682" x="1816100" y="5732463"/>
          <p14:tracePt t="65696" x="1816100" y="5713413"/>
          <p14:tracePt t="65703" x="1816100" y="5703888"/>
          <p14:tracePt t="65708" x="1816100" y="5694363"/>
          <p14:tracePt t="65722" x="1816100" y="5684838"/>
          <p14:tracePt t="65729" x="1806575" y="5684838"/>
          <p14:tracePt t="65751" x="1806575" y="5675313"/>
          <p14:tracePt t="65779" x="1806575" y="5665788"/>
          <p14:tracePt t="65813" x="1797050" y="5665788"/>
          <p14:tracePt t="65826" x="1797050" y="5656263"/>
          <p14:tracePt t="65854" x="1797050" y="5646738"/>
          <p14:tracePt t="65883" x="1778000" y="5646738"/>
          <p14:tracePt t="65891" x="1778000" y="5627688"/>
          <p14:tracePt t="65918" x="1778000" y="5618163"/>
          <p14:tracePt t="65946" x="1778000" y="5608638"/>
          <p14:tracePt t="65972" x="1778000" y="5600700"/>
          <p14:tracePt t="66023" x="1778000" y="5591175"/>
          <p14:tracePt t="66045" x="1778000" y="5581650"/>
          <p14:tracePt t="66064" x="1778000" y="5572125"/>
          <p14:tracePt t="66093" x="1778000" y="5562600"/>
          <p14:tracePt t="66127" x="1778000" y="5543550"/>
          <p14:tracePt t="66972" x="1787525" y="5543550"/>
          <p14:tracePt t="67007" x="1797050" y="5543550"/>
          <p14:tracePt t="67035" x="1806575" y="5543550"/>
          <p14:tracePt t="67072" x="1816100" y="5543550"/>
          <p14:tracePt t="67085" x="1825625" y="5543550"/>
          <p14:tracePt t="67099" x="1825625" y="5534025"/>
          <p14:tracePt t="67106" x="1835150" y="5534025"/>
          <p14:tracePt t="67120" x="1852613" y="5534025"/>
          <p14:tracePt t="67135" x="1862138" y="5534025"/>
          <p14:tracePt t="67169" x="1871663" y="5534025"/>
          <p14:tracePt t="67184" x="1881188" y="5534025"/>
          <p14:tracePt t="67196" x="1881188" y="5524500"/>
          <p14:tracePt t="67203" x="1890713" y="5524500"/>
          <p14:tracePt t="67233" x="1900238" y="5524500"/>
          <p14:tracePt t="67247" x="1909763" y="5524500"/>
          <p14:tracePt t="67266" x="1919288" y="5524500"/>
          <p14:tracePt t="67296" x="1928813" y="5524500"/>
          <p14:tracePt t="67316" x="1928813" y="5514975"/>
          <p14:tracePt t="67322" x="1938338" y="5514975"/>
          <p14:tracePt t="67351" x="1947863" y="5514975"/>
          <p14:tracePt t="67379" x="1957388" y="5514975"/>
          <p14:tracePt t="67406" x="1966913" y="5514975"/>
          <p14:tracePt t="67434" x="1976438" y="5514975"/>
          <p14:tracePt t="67469" x="1985963" y="5514975"/>
          <p14:tracePt t="67524" x="1995488" y="5505450"/>
          <p14:tracePt t="67533" x="2024063" y="5495925"/>
          <p14:tracePt t="67539" x="2033588" y="5495925"/>
          <p14:tracePt t="67548" x="2052638" y="5486400"/>
          <p14:tracePt t="67553" x="2070100" y="5476875"/>
          <p14:tracePt t="67564" x="2089150" y="5476875"/>
          <p14:tracePt t="67569" x="2117725" y="5476875"/>
          <p14:tracePt t="67573" x="2136775" y="5476875"/>
          <p14:tracePt t="67582" x="2146300" y="5476875"/>
          <p14:tracePt t="67587" x="2155825" y="5467350"/>
          <p14:tracePt t="67597" x="2165350" y="5467350"/>
          <p14:tracePt t="67610" x="2174875" y="5467350"/>
          <p14:tracePt t="67631" x="2193925" y="5467350"/>
          <p14:tracePt t="67658" x="2203450" y="5467350"/>
          <p14:tracePt t="67693" x="2212975" y="5467350"/>
          <p14:tracePt t="67728" x="2222500" y="5467350"/>
          <p14:tracePt t="69496" x="2232025" y="5467350"/>
          <p14:tracePt t="69504" x="2241550" y="5467350"/>
          <p14:tracePt t="69518" x="2251075" y="5467350"/>
          <p14:tracePt t="69532" x="2260600" y="5467350"/>
          <p14:tracePt t="69552" x="2270125" y="5467350"/>
          <p14:tracePt t="69559" x="2279650" y="5467350"/>
          <p14:tracePt t="69572" x="2287588" y="5467350"/>
          <p14:tracePt t="69581" x="2316163" y="5467350"/>
          <p14:tracePt t="69586" x="2325688" y="5467350"/>
          <p14:tracePt t="69597" x="2335213" y="5467350"/>
          <p14:tracePt t="69602" x="2354263" y="5467350"/>
          <p14:tracePt t="69607" x="2363788" y="5467350"/>
          <p14:tracePt t="69631" x="2373313" y="5467350"/>
          <p14:tracePt t="69652" x="2392363" y="5476875"/>
          <p14:tracePt t="69684" x="2401888" y="5476875"/>
          <p14:tracePt t="69715" x="2411413" y="5476875"/>
          <p14:tracePt t="69721" x="2411413" y="5486400"/>
          <p14:tracePt t="69764" x="2411413" y="5495925"/>
          <p14:tracePt t="69789" x="2411413" y="5505450"/>
          <p14:tracePt t="69824" x="2411413" y="5514975"/>
          <p14:tracePt t="69866" x="2411413" y="5524500"/>
          <p14:tracePt t="69882" x="2411413" y="5543550"/>
          <p14:tracePt t="69901" x="2411413" y="5553075"/>
          <p14:tracePt t="69916" x="2411413" y="5562600"/>
          <p14:tracePt t="69936" x="2420938" y="5572125"/>
          <p14:tracePt t="69957" x="2420938" y="5581650"/>
          <p14:tracePt t="69966" x="2420938" y="5591175"/>
          <p14:tracePt t="69973" x="2430463" y="5600700"/>
          <p14:tracePt t="69980" x="2430463" y="5608638"/>
          <p14:tracePt t="69986" x="2430463" y="5627688"/>
          <p14:tracePt t="69994" x="2430463" y="5637213"/>
          <p14:tracePt t="70006" x="2430463" y="5646738"/>
          <p14:tracePt t="70014" x="2430463" y="5656263"/>
          <p14:tracePt t="70021" x="2430463" y="5665788"/>
          <p14:tracePt t="70032" x="2430463" y="5675313"/>
          <p14:tracePt t="70037" x="2430463" y="5684838"/>
          <p14:tracePt t="70065" x="2430463" y="5694363"/>
          <p14:tracePt t="70071" x="2430463" y="5713413"/>
          <p14:tracePt t="70077" x="2430463" y="5722938"/>
          <p14:tracePt t="70090" x="2430463" y="5732463"/>
          <p14:tracePt t="70104" x="2430463" y="5741988"/>
          <p14:tracePt t="70126" x="2430463" y="5751513"/>
          <p14:tracePt t="70196" x="2430463" y="5761038"/>
          <p14:tracePt t="70217" x="2430463" y="5770563"/>
          <p14:tracePt t="70225" x="2420938" y="5770563"/>
          <p14:tracePt t="70231" x="2411413" y="5780088"/>
          <p14:tracePt t="70238" x="2401888" y="5780088"/>
          <p14:tracePt t="70247" x="2382838" y="5780088"/>
          <p14:tracePt t="70259" x="2373313" y="5789613"/>
          <p14:tracePt t="70296" x="2363788" y="5789613"/>
          <p14:tracePt t="70306" x="2354263" y="5789613"/>
          <p14:tracePt t="70315" x="2354263" y="5808663"/>
          <p14:tracePt t="70321" x="2344738" y="5808663"/>
          <p14:tracePt t="70329" x="2335213" y="5808663"/>
          <p14:tracePt t="70336" x="2325688" y="5808663"/>
          <p14:tracePt t="70356" x="2306638" y="5808663"/>
          <p14:tracePt t="70378" x="2297113" y="5808663"/>
          <p14:tracePt t="70398" x="2287588" y="5808663"/>
          <p14:tracePt t="70404" x="2279650" y="5818188"/>
          <p14:tracePt t="70414" x="2270125" y="5818188"/>
          <p14:tracePt t="70420" x="2260600" y="5818188"/>
          <p14:tracePt t="70435" x="2251075" y="5818188"/>
          <p14:tracePt t="70448" x="2241550" y="5818188"/>
          <p14:tracePt t="70453" x="2232025" y="5818188"/>
          <p14:tracePt t="70468" x="2222500" y="5818188"/>
          <p14:tracePt t="70475" x="2212975" y="5818188"/>
          <p14:tracePt t="70488" x="2203450" y="5818188"/>
          <p14:tracePt t="70511" x="2193925" y="5818188"/>
          <p14:tracePt t="70523" x="2184400" y="5818188"/>
          <p14:tracePt t="70538" x="2174875" y="5818188"/>
          <p14:tracePt t="70559" x="2155825" y="5818188"/>
          <p14:tracePt t="70581" x="2146300" y="5818188"/>
          <p14:tracePt t="70621" x="2136775" y="5818188"/>
          <p14:tracePt t="70656" x="2127250" y="5818188"/>
          <p14:tracePt t="70692" x="2117725" y="5818188"/>
          <p14:tracePt t="70741" x="2108200" y="5818188"/>
          <p14:tracePt t="70767" x="2098675" y="5818188"/>
          <p14:tracePt t="70804" x="2089150" y="5818188"/>
          <p14:tracePt t="70838" x="2079625" y="5818188"/>
          <p14:tracePt t="70860" x="2070100" y="5818188"/>
          <p14:tracePt t="70867" x="2062163" y="5818188"/>
          <p14:tracePt t="70873" x="2052638" y="5818188"/>
          <p14:tracePt t="70882" x="2043113" y="5818188"/>
          <p14:tracePt t="70887" x="2033588" y="5818188"/>
          <p14:tracePt t="70902" x="2024063" y="5818188"/>
          <p14:tracePt t="70937" x="2014538" y="5818188"/>
          <p14:tracePt t="70957" x="1995488" y="5818188"/>
          <p14:tracePt t="70972" x="1985963" y="5818188"/>
          <p14:tracePt t="71002" x="1976438" y="5818188"/>
          <p14:tracePt t="71031" x="1966913" y="5818188"/>
          <p14:tracePt t="71097" x="1957388" y="5818188"/>
          <p14:tracePt t="71132" x="1947863" y="5818188"/>
          <p14:tracePt t="71162" x="1938338" y="5818188"/>
          <p14:tracePt t="71474" x="1938338" y="5799138"/>
          <p14:tracePt t="71516" x="1938338" y="5789613"/>
          <p14:tracePt t="71552" x="1938338" y="5780088"/>
          <p14:tracePt t="71691" x="1947863" y="5780088"/>
          <p14:tracePt t="71705" x="1947863" y="5770563"/>
          <p14:tracePt t="71719" x="1957388" y="5770563"/>
          <p14:tracePt t="71728" x="1957388" y="5761038"/>
          <p14:tracePt t="71738" x="1976438" y="5751513"/>
          <p14:tracePt t="71742" x="2014538" y="5741988"/>
          <p14:tracePt t="71749" x="2033588" y="5732463"/>
          <p14:tracePt t="71754" x="2052638" y="5722938"/>
          <p14:tracePt t="71763" x="2070100" y="5713413"/>
          <p14:tracePt t="71772" x="2089150" y="5694363"/>
          <p14:tracePt t="71775" x="2108200" y="5694363"/>
          <p14:tracePt t="71783" x="2117725" y="5694363"/>
          <p14:tracePt t="71802" x="2117725" y="5684838"/>
          <p14:tracePt t="71817" x="2127250" y="5684838"/>
          <p14:tracePt t="71852" x="2136775" y="5684838"/>
          <p14:tracePt t="71887" x="2146300" y="5684838"/>
          <p14:tracePt t="71929" x="2155825" y="5684838"/>
          <p14:tracePt t="71964" x="2165350" y="5684838"/>
          <p14:tracePt t="71985" x="2174875" y="5684838"/>
          <p14:tracePt t="71999" x="2184400" y="5684838"/>
          <p14:tracePt t="72034" x="2193925" y="5684838"/>
          <p14:tracePt t="72069" x="2203450" y="5684838"/>
          <p14:tracePt t="72118" x="2212975" y="5684838"/>
          <p14:tracePt t="72196" x="2222500" y="5684838"/>
          <p14:tracePt t="72229" x="2232025" y="5684838"/>
          <p14:tracePt t="72264" x="2241550" y="5684838"/>
          <p14:tracePt t="72313" x="2251075" y="5684838"/>
          <p14:tracePt t="72328" x="2260600" y="5684838"/>
          <p14:tracePt t="72334" x="2270125" y="5684838"/>
          <p14:tracePt t="72343" x="2279650" y="5684838"/>
          <p14:tracePt t="72348" x="2287588" y="5684838"/>
          <p14:tracePt t="72355" x="2297113" y="5684838"/>
          <p14:tracePt t="72362" x="2306638" y="5684838"/>
          <p14:tracePt t="72373" x="2344738" y="5684838"/>
          <p14:tracePt t="72381" x="2363788" y="5684838"/>
          <p14:tracePt t="72386" x="2373313" y="5684838"/>
          <p14:tracePt t="72392" x="2411413" y="5713413"/>
          <p14:tracePt t="72399" x="2439988" y="5713413"/>
          <p14:tracePt t="72405" x="2459038" y="5722938"/>
          <p14:tracePt t="72412" x="2478088" y="5722938"/>
          <p14:tracePt t="72419" x="2487613" y="5732463"/>
          <p14:tracePt t="72426" x="2505075" y="5732463"/>
          <p14:tracePt t="72435" x="2514600" y="5732463"/>
          <p14:tracePt t="72442" x="2524125" y="5732463"/>
          <p14:tracePt t="72450" x="2533650" y="5732463"/>
          <p14:tracePt t="72464" x="2543175" y="5732463"/>
          <p14:tracePt t="72483" x="2552700" y="5732463"/>
          <p14:tracePt t="72489" x="2562225" y="5732463"/>
          <p14:tracePt t="72497" x="2571750" y="5741988"/>
          <p14:tracePt t="72504" x="2581275" y="5741988"/>
          <p14:tracePt t="72518" x="2590800" y="5741988"/>
          <p14:tracePt t="72522" x="2609850" y="5741988"/>
          <p14:tracePt t="72551" x="2619375" y="5741988"/>
          <p14:tracePt t="72586" x="2628900" y="5741988"/>
          <p14:tracePt t="72615" x="2638425" y="5741988"/>
          <p14:tracePt t="73095" x="2628900" y="5741988"/>
          <p14:tracePt t="73105" x="2590800" y="5751513"/>
          <p14:tracePt t="73112" x="2552700" y="5751513"/>
          <p14:tracePt t="73117" x="2524125" y="5751513"/>
          <p14:tracePt t="73124" x="2487613" y="5770563"/>
          <p14:tracePt t="73133" x="2449513" y="5770563"/>
          <p14:tracePt t="73141" x="2420938" y="5770563"/>
          <p14:tracePt t="73152" x="2363788" y="5770563"/>
          <p14:tracePt t="73159" x="2354263" y="5770563"/>
          <p14:tracePt t="73168" x="2325688" y="5780088"/>
          <p14:tracePt t="73173" x="2316163" y="5780088"/>
          <p14:tracePt t="73181" x="2279650" y="5780088"/>
          <p14:tracePt t="73187" x="2260600" y="5780088"/>
          <p14:tracePt t="73202" x="2241550" y="5780088"/>
          <p14:tracePt t="73209" x="2222500" y="5780088"/>
          <p14:tracePt t="73217" x="2193925" y="5780088"/>
          <p14:tracePt t="73224" x="2174875" y="5780088"/>
          <p14:tracePt t="73231" x="2155825" y="5780088"/>
          <p14:tracePt t="73239" x="2127250" y="5780088"/>
          <p14:tracePt t="73247" x="2079625" y="5780088"/>
          <p14:tracePt t="73253" x="2052638" y="5780088"/>
          <p14:tracePt t="73259" x="2024063" y="5780088"/>
          <p14:tracePt t="73267" x="1976438" y="5780088"/>
          <p14:tracePt t="73271" x="1957388" y="5780088"/>
          <p14:tracePt t="73279" x="1947863" y="5780088"/>
          <p14:tracePt t="73292" x="1938338" y="5780088"/>
          <p14:tracePt t="73300" x="1928813" y="5780088"/>
          <p14:tracePt t="73305" x="1919288" y="5780088"/>
          <p14:tracePt t="73314" x="1900238" y="5780088"/>
          <p14:tracePt t="73319" x="1890713" y="5780088"/>
          <p14:tracePt t="73377" x="1881188" y="5780088"/>
          <p14:tracePt t="73412" x="1871663" y="5780088"/>
          <p14:tracePt t="73445" x="1862138" y="5780088"/>
          <p14:tracePt t="76445" x="1881188" y="5780088"/>
          <p14:tracePt t="76452" x="1900238" y="5780088"/>
          <p14:tracePt t="76458" x="1909763" y="5780088"/>
          <p14:tracePt t="76466" x="1919288" y="5770563"/>
          <p14:tracePt t="76472" x="1928813" y="5770563"/>
          <p14:tracePt t="76481" x="1947863" y="5770563"/>
          <p14:tracePt t="76486" x="1957388" y="5770563"/>
          <p14:tracePt t="76497" x="1966913" y="5770563"/>
          <p14:tracePt t="76502" x="1976438" y="5770563"/>
          <p14:tracePt t="76517" x="1995488" y="5770563"/>
          <p14:tracePt t="76521" x="2005013" y="5770563"/>
          <p14:tracePt t="76529" x="2014538" y="5770563"/>
          <p14:tracePt t="76545" x="2024063" y="5770563"/>
          <p14:tracePt t="76556" x="2033588" y="5770563"/>
          <p14:tracePt t="76605" x="2043113" y="5770563"/>
          <p14:tracePt t="76633" x="2052638" y="5770563"/>
          <p14:tracePt t="76668" x="2062163" y="5770563"/>
          <p14:tracePt t="76697" x="2079625" y="5770563"/>
          <p14:tracePt t="76731" x="2089150" y="5780088"/>
          <p14:tracePt t="76752" x="2098675" y="5780088"/>
          <p14:tracePt t="76767" x="2098675" y="5789613"/>
          <p14:tracePt t="76815" x="2108200" y="5789613"/>
          <p14:tracePt t="76850" x="2117725" y="5789613"/>
          <p14:tracePt t="76898" x="2127250" y="5789613"/>
          <p14:tracePt t="76998" x="2136775" y="5789613"/>
          <p14:tracePt t="77033" x="2146300" y="5789613"/>
          <p14:tracePt t="77054" x="2146300" y="5799138"/>
          <p14:tracePt t="77062" x="2155825" y="5799138"/>
          <p14:tracePt t="77115" x="2165350" y="5799138"/>
          <p14:tracePt t="77124" x="2165350" y="5808663"/>
          <p14:tracePt t="77136" x="2174875" y="5808663"/>
          <p14:tracePt t="77153" x="2184400" y="5808663"/>
          <p14:tracePt t="77158" x="2184400" y="5818188"/>
          <p14:tracePt t="77179" x="2193925" y="5818188"/>
          <p14:tracePt t="77207" x="2193925" y="5827713"/>
          <p14:tracePt t="77215" x="2203450" y="5827713"/>
          <p14:tracePt t="77254" x="2212975" y="5827713"/>
          <p14:tracePt t="77402" x="2212975" y="5835650"/>
          <p14:tracePt t="77516" x="2212975" y="5845175"/>
          <p14:tracePt t="77814" x="2222500" y="5845175"/>
          <p14:tracePt t="77841" x="2232025" y="5845175"/>
          <p14:tracePt t="77934" x="2241550" y="5845175"/>
          <p14:tracePt t="77971" x="2251075" y="5845175"/>
          <p14:tracePt t="78010" x="2260600" y="5845175"/>
          <p14:tracePt t="78038" x="2270125" y="5845175"/>
          <p14:tracePt t="78052" x="2279650" y="5845175"/>
          <p14:tracePt t="78062" x="2287588" y="5845175"/>
          <p14:tracePt t="78067" x="2306638" y="5845175"/>
          <p14:tracePt t="78074" x="2316163" y="5845175"/>
          <p14:tracePt t="78082" x="2325688" y="5845175"/>
          <p14:tracePt t="78099" x="2335213" y="5845175"/>
          <p14:tracePt t="78116" x="2344738" y="5845175"/>
          <p14:tracePt t="78129" x="2354263" y="5845175"/>
          <p14:tracePt t="78135" x="2363788" y="5845175"/>
          <p14:tracePt t="78150" x="2373313" y="5845175"/>
          <p14:tracePt t="78171" x="2392363" y="5845175"/>
          <p14:tracePt t="78197" x="2401888" y="5845175"/>
          <p14:tracePt t="78203" x="2411413" y="5845175"/>
          <p14:tracePt t="78214" x="2420938" y="5845175"/>
          <p14:tracePt t="78229" x="2430463" y="5845175"/>
          <p14:tracePt t="78235" x="2439988" y="5845175"/>
          <p14:tracePt t="78242" x="2449513" y="5845175"/>
          <p14:tracePt t="78264" x="2468563" y="5845175"/>
          <p14:tracePt t="78269" x="2478088" y="5845175"/>
          <p14:tracePt t="78289" x="2487613" y="5845175"/>
          <p14:tracePt t="78303" x="2497138" y="5845175"/>
          <p14:tracePt t="78312" x="2505075" y="5845175"/>
          <p14:tracePt t="78326" x="2514600" y="5845175"/>
          <p14:tracePt t="78381" x="2524125" y="5845175"/>
          <p14:tracePt t="78388" x="2524125" y="5854700"/>
          <p14:tracePt t="78403" x="2533650" y="5854700"/>
          <p14:tracePt t="78411" x="2552700" y="5854700"/>
          <p14:tracePt t="78415" x="2552700" y="5873750"/>
          <p14:tracePt t="78430" x="2562225" y="5873750"/>
          <p14:tracePt t="78446" x="2571750" y="5873750"/>
          <p14:tracePt t="78506" x="2581275" y="5873750"/>
          <p14:tracePt t="78542" x="2590800" y="5873750"/>
          <p14:tracePt t="78550" x="2590800" y="5883275"/>
          <p14:tracePt t="78577" x="2600325" y="5883275"/>
          <p14:tracePt t="78604" x="2600325" y="5892800"/>
          <p14:tracePt t="78613" x="2609850" y="5892800"/>
          <p14:tracePt t="78647" x="2619375" y="5892800"/>
          <p14:tracePt t="78682" x="2638425" y="5892800"/>
          <p14:tracePt t="78771" x="2647950" y="5892800"/>
          <p14:tracePt t="78800" x="2657475" y="5892800"/>
          <p14:tracePt t="78815" x="2667000" y="5892800"/>
          <p14:tracePt t="78822" x="2676525" y="5892800"/>
          <p14:tracePt t="78836" x="2686050" y="5892800"/>
          <p14:tracePt t="78850" x="2695575" y="5892800"/>
          <p14:tracePt t="78884" x="2714625" y="5892800"/>
          <p14:tracePt t="78905" x="2722563" y="5892800"/>
          <p14:tracePt t="78918" x="2732088" y="5892800"/>
          <p14:tracePt t="78940" x="2741613" y="5892800"/>
          <p14:tracePt t="78949" x="2751138" y="5892800"/>
          <p14:tracePt t="78996" x="2760663" y="5892800"/>
          <p14:tracePt t="79031" x="2770188" y="5892800"/>
          <p14:tracePt t="80464" x="2770188" y="5902325"/>
          <p14:tracePt t="80519" x="2770188" y="5911850"/>
          <p14:tracePt t="80884" x="2779713" y="5911850"/>
          <p14:tracePt t="80920" x="2789238" y="5911850"/>
          <p14:tracePt t="80954" x="2808288" y="5911850"/>
          <p14:tracePt t="80996" x="2817813" y="5911850"/>
          <p14:tracePt t="81219" x="2817813" y="5921375"/>
          <p14:tracePt t="81372" x="2817813" y="5930900"/>
          <p14:tracePt t="81421" x="2817813" y="5940425"/>
          <p14:tracePt t="81491" x="2817813" y="5949950"/>
          <p14:tracePt t="81736" x="2836863" y="5949950"/>
          <p14:tracePt t="81745" x="2855913" y="5949950"/>
          <p14:tracePt t="81751" x="2874963" y="5949950"/>
          <p14:tracePt t="81756" x="2903538" y="5940425"/>
          <p14:tracePt t="81766" x="2949575" y="5911850"/>
          <p14:tracePt t="81771" x="2987675" y="5902325"/>
          <p14:tracePt t="81781" x="3025775" y="5883275"/>
          <p14:tracePt t="81787" x="3082925" y="5845175"/>
          <p14:tracePt t="81796" x="3101975" y="5835650"/>
          <p14:tracePt t="81805" x="3176588" y="5789613"/>
          <p14:tracePt t="81816" x="3195638" y="5770563"/>
          <p14:tracePt t="81822" x="3252788" y="5732463"/>
          <p14:tracePt t="81830" x="3300413" y="5713413"/>
          <p14:tracePt t="81839" x="3403600" y="5637213"/>
          <p14:tracePt t="81846" x="3479800" y="5553075"/>
          <p14:tracePt t="81854" x="4046538" y="4881563"/>
          <p14:tracePt t="81862" x="4340225" y="4483100"/>
          <p14:tracePt t="81870" x="4586288" y="4171950"/>
          <p14:tracePt t="81878" x="4916488" y="3736975"/>
          <p14:tracePt t="81885" x="5097463" y="3405188"/>
          <p14:tracePt t="81891" x="5238750" y="3140075"/>
          <p14:tracePt t="81898" x="5295900" y="3008313"/>
          <p14:tracePt t="81905" x="5446713" y="2762250"/>
          <p14:tracePt t="81912" x="5513388" y="2611438"/>
          <p14:tracePt t="81920" x="5616575" y="2374900"/>
          <p14:tracePt t="81929" x="5683250" y="2174875"/>
          <p14:tracePt t="81936" x="5749925" y="2014538"/>
          <p14:tracePt t="81941" x="5759450" y="1901825"/>
          <p14:tracePt t="81948" x="5776913" y="1749425"/>
          <p14:tracePt t="81956" x="5834063" y="1343025"/>
          <p14:tracePt t="81964" x="5853113" y="1096963"/>
          <p14:tracePt t="81968" x="5900738" y="917575"/>
          <p14:tracePt t="81974" x="5967413" y="284163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C4AB-D021-1B8B-DA88-89F1DC06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pic>
        <p:nvPicPr>
          <p:cNvPr id="7" name="Content Placeholder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22DAA6C-2751-3F3F-C422-D861402EE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002971"/>
            <a:ext cx="7772400" cy="3984172"/>
          </a:xfrm>
        </p:spPr>
      </p:pic>
    </p:spTree>
    <p:extLst>
      <p:ext uri="{BB962C8B-B14F-4D97-AF65-F5344CB8AC3E}">
        <p14:creationId xmlns:p14="http://schemas.microsoft.com/office/powerpoint/2010/main" val="4385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563"/>
    </mc:Choice>
    <mc:Fallback xmlns="">
      <p:transition spd="slow" advTm="93563"/>
    </mc:Fallback>
  </mc:AlternateContent>
  <p:extLst>
    <p:ext uri="{3A86A75C-4F4B-4683-9AE1-C65F6400EC91}">
      <p14:laserTraceLst xmlns:p14="http://schemas.microsoft.com/office/powerpoint/2010/main">
        <p14:tracePtLst>
          <p14:tracePt t="688" x="6118225" y="4076700"/>
          <p14:tracePt t="695" x="5976938" y="4133850"/>
          <p14:tracePt t="703" x="5862638" y="4210050"/>
          <p14:tracePt t="710" x="5721350" y="4256088"/>
          <p14:tracePt t="723" x="5588000" y="4284663"/>
          <p14:tracePt t="728" x="5484813" y="4303713"/>
          <p14:tracePt t="733" x="5389563" y="4332288"/>
          <p14:tracePt t="739" x="5238750" y="4332288"/>
          <p14:tracePt t="745" x="5049838" y="4332288"/>
          <p14:tracePt t="754" x="4973638" y="4332288"/>
          <p14:tracePt t="760" x="4879975" y="4332288"/>
          <p14:tracePt t="771" x="4784725" y="4341813"/>
          <p14:tracePt t="776" x="4643438" y="4360863"/>
          <p14:tracePt t="781" x="4586288" y="4360863"/>
          <p14:tracePt t="788" x="4454525" y="4370388"/>
          <p14:tracePt t="793" x="4283075" y="4370388"/>
          <p14:tracePt t="802" x="4094163" y="4370388"/>
          <p14:tracePt t="807" x="3962400" y="4370388"/>
          <p14:tracePt t="814" x="3867150" y="4370388"/>
          <p14:tracePt t="823" x="3829050" y="4370388"/>
          <p14:tracePt t="828" x="3773488" y="4370388"/>
          <p14:tracePt t="836" x="3744913" y="4370388"/>
          <p14:tracePt t="842" x="3706813" y="4370388"/>
          <p14:tracePt t="853" x="3678238" y="4370388"/>
          <p14:tracePt t="858" x="3649663" y="4370388"/>
          <p14:tracePt t="862" x="3630613" y="4370388"/>
          <p14:tracePt t="871" x="3602038" y="4370388"/>
          <p14:tracePt t="877" x="3556000" y="4370388"/>
          <p14:tracePt t="886" x="3498850" y="4370388"/>
          <p14:tracePt t="892" x="3441700" y="4370388"/>
          <p14:tracePt t="898" x="3384550" y="4370388"/>
          <p14:tracePt t="906" x="3319463" y="4370388"/>
          <p14:tracePt t="913" x="3290888" y="4370388"/>
          <p14:tracePt t="919" x="3271838" y="4370388"/>
          <p14:tracePt t="927" x="3243263" y="4370388"/>
          <p14:tracePt t="934" x="3233738" y="4370388"/>
          <p14:tracePt t="939" x="3224213" y="4370388"/>
          <p14:tracePt t="948" x="3214688" y="4370388"/>
          <p14:tracePt t="960" x="3205163" y="4370388"/>
          <p14:tracePt t="1044" x="3214688" y="4341813"/>
          <p14:tracePt t="1053" x="3300413" y="4284663"/>
          <p14:tracePt t="1058" x="3348038" y="4265613"/>
          <p14:tracePt t="1069" x="3451225" y="4219575"/>
          <p14:tracePt t="1074" x="3575050" y="4171950"/>
          <p14:tracePt t="1079" x="3649663" y="4143375"/>
          <p14:tracePt t="1088" x="3829050" y="4114800"/>
          <p14:tracePt t="1094" x="3981450" y="4105275"/>
          <p14:tracePt t="1102" x="4208463" y="4086225"/>
          <p14:tracePt t="1108" x="4445000" y="4086225"/>
          <p14:tracePt t="1122" x="4727575" y="4086225"/>
          <p14:tracePt t="1128" x="4860925" y="4086225"/>
          <p14:tracePt t="1137" x="5011738" y="4105275"/>
          <p14:tracePt t="1145" x="5172075" y="4133850"/>
          <p14:tracePt t="1151" x="5305425" y="4152900"/>
          <p14:tracePt t="1158" x="5380038" y="4162425"/>
          <p14:tracePt t="1165" x="5484813" y="4210050"/>
          <p14:tracePt t="1171" x="5568950" y="4237038"/>
          <p14:tracePt t="1177" x="5664200" y="4265613"/>
          <p14:tracePt t="1185" x="5768975" y="4294188"/>
          <p14:tracePt t="1193" x="5843588" y="4322763"/>
          <p14:tracePt t="1198" x="5910263" y="4360863"/>
          <p14:tracePt t="1206" x="5976938" y="4379913"/>
          <p14:tracePt t="1212" x="5994400" y="4398963"/>
          <p14:tracePt t="1221" x="6003925" y="4398963"/>
          <p14:tracePt t="1227" x="6022975" y="4408488"/>
          <p14:tracePt t="1235" x="6032500" y="4408488"/>
          <p14:tracePt t="1240" x="6042025" y="4408488"/>
          <p14:tracePt t="1814" x="5957888" y="4408488"/>
          <p14:tracePt t="1823" x="5862638" y="4398963"/>
          <p14:tracePt t="1828" x="5768975" y="4398963"/>
          <p14:tracePt t="1835" x="5683250" y="4379913"/>
          <p14:tracePt t="1844" x="5645150" y="4370388"/>
          <p14:tracePt t="1851" x="5559425" y="4360863"/>
          <p14:tracePt t="1859" x="5503863" y="4341813"/>
          <p14:tracePt t="1863" x="5399088" y="4313238"/>
          <p14:tracePt t="1871" x="5286375" y="4284663"/>
          <p14:tracePt t="1876" x="5181600" y="4275138"/>
          <p14:tracePt t="1886" x="5049838" y="4246563"/>
          <p14:tracePt t="1893" x="4954588" y="4219575"/>
          <p14:tracePt t="1897" x="4794250" y="4171950"/>
          <p14:tracePt t="1905" x="4672013" y="4105275"/>
          <p14:tracePt t="1910" x="4445000" y="4019550"/>
          <p14:tracePt t="1921" x="4359275" y="3983038"/>
          <p14:tracePt t="1927" x="4227513" y="3935413"/>
          <p14:tracePt t="1936" x="4160838" y="3916363"/>
          <p14:tracePt t="1946" x="4122738" y="3906838"/>
          <p14:tracePt t="1956" x="4037013" y="3887788"/>
          <p14:tracePt t="1961" x="4019550" y="3878263"/>
          <p14:tracePt t="1970" x="3981450" y="3868738"/>
          <p14:tracePt t="1977" x="3933825" y="3840163"/>
          <p14:tracePt t="1985" x="3905250" y="3830638"/>
          <p14:tracePt t="1992" x="3867150" y="3821113"/>
          <p14:tracePt t="1997" x="3725863" y="3811588"/>
          <p14:tracePt t="2003" x="3630613" y="3792538"/>
          <p14:tracePt t="2010" x="3460750" y="3783013"/>
          <p14:tracePt t="2020" x="3328988" y="3746500"/>
          <p14:tracePt t="2030" x="3149600" y="3708400"/>
          <p14:tracePt t="2039" x="3006725" y="3698875"/>
          <p14:tracePt t="2044" x="2949575" y="3679825"/>
          <p14:tracePt t="2053" x="2903538" y="3679825"/>
          <p14:tracePt t="2060" x="2874963" y="3679825"/>
          <p14:tracePt t="2068" x="2836863" y="3679825"/>
          <p14:tracePt t="2075" x="2798763" y="3679825"/>
          <p14:tracePt t="2082" x="2789238" y="3679825"/>
          <p14:tracePt t="2089" x="2779713" y="3679825"/>
          <p14:tracePt t="2094" x="2760663" y="3679825"/>
          <p14:tracePt t="2101" x="2751138" y="3679825"/>
          <p14:tracePt t="2119" x="2732088" y="3679825"/>
          <p14:tracePt t="2125" x="2722563" y="3679825"/>
          <p14:tracePt t="2132" x="2695575" y="3679825"/>
          <p14:tracePt t="2140" x="2628900" y="3689350"/>
          <p14:tracePt t="2144" x="2571750" y="3689350"/>
          <p14:tracePt t="2153" x="2514600" y="3689350"/>
          <p14:tracePt t="2158" x="2487613" y="3689350"/>
          <p14:tracePt t="2163" x="2411413" y="3689350"/>
          <p14:tracePt t="2172" x="2392363" y="3689350"/>
          <p14:tracePt t="2180" x="2363788" y="3689350"/>
          <p14:tracePt t="2189" x="2335213" y="3698875"/>
          <p14:tracePt t="2193" x="2325688" y="3698875"/>
          <p14:tracePt t="2198" x="2316163" y="3698875"/>
          <p14:tracePt t="2207" x="2306638" y="3698875"/>
          <p14:tracePt t="2213" x="2297113" y="3698875"/>
          <p14:tracePt t="2221" x="2287588" y="3698875"/>
          <p14:tracePt t="2275" x="2297113" y="3651250"/>
          <p14:tracePt t="2286" x="2392363" y="3509963"/>
          <p14:tracePt t="2290" x="2497138" y="3386138"/>
          <p14:tracePt t="2295" x="2798763" y="3168650"/>
          <p14:tracePt t="2304" x="3167063" y="2979738"/>
          <p14:tracePt t="2309" x="3441700" y="2903538"/>
          <p14:tracePt t="2319" x="3611563" y="2857500"/>
          <p14:tracePt t="2325" x="4027488" y="2800350"/>
          <p14:tracePt t="2331" x="4237038" y="2781300"/>
          <p14:tracePt t="2339" x="4462463" y="2781300"/>
          <p14:tracePt t="2347" x="4576763" y="2781300"/>
          <p14:tracePt t="2353" x="4822825" y="2819400"/>
          <p14:tracePt t="2360" x="4992688" y="2865438"/>
          <p14:tracePt t="2369" x="5124450" y="2894013"/>
          <p14:tracePt t="2375" x="5267325" y="2922588"/>
          <p14:tracePt t="2381" x="5334000" y="2970213"/>
          <p14:tracePt t="2389" x="5446713" y="3008313"/>
          <p14:tracePt t="2397" x="5551488" y="3036888"/>
          <p14:tracePt t="2404" x="5626100" y="3065463"/>
          <p14:tracePt t="2411" x="5711825" y="3121025"/>
          <p14:tracePt t="2420" x="5749925" y="3140075"/>
          <p14:tracePt t="2428" x="5843588" y="3235325"/>
          <p14:tracePt t="2437" x="5881688" y="3263900"/>
          <p14:tracePt t="2444" x="5900738" y="3292475"/>
          <p14:tracePt t="2453" x="5929313" y="3319463"/>
          <p14:tracePt t="2461" x="5938838" y="3348038"/>
          <p14:tracePt t="2466" x="5948363" y="3367088"/>
          <p14:tracePt t="2473" x="5957888" y="3376613"/>
          <p14:tracePt t="2480" x="5957888" y="3386138"/>
          <p14:tracePt t="2487" x="5957888" y="3395663"/>
          <p14:tracePt t="2501" x="5957888" y="3405188"/>
          <p14:tracePt t="2522" x="5957888" y="3414713"/>
          <p14:tracePt t="2534" x="5957888" y="3433763"/>
          <p14:tracePt t="2557" x="5957888" y="3443288"/>
          <p14:tracePt t="2570" x="5957888" y="3452813"/>
          <p14:tracePt t="2588" x="5957888" y="3462338"/>
          <p14:tracePt t="2593" x="5910263" y="3490913"/>
          <p14:tracePt t="2599" x="5824538" y="3509963"/>
          <p14:tracePt t="2607" x="5730875" y="3538538"/>
          <p14:tracePt t="2613" x="5626100" y="3519488"/>
          <p14:tracePt t="2621" x="5551488" y="3509963"/>
          <p14:tracePt t="2631" x="5418138" y="3490913"/>
          <p14:tracePt t="2639" x="5162550" y="3462338"/>
          <p14:tracePt t="2648" x="4973638" y="3414713"/>
          <p14:tracePt t="2655" x="4926013" y="3414713"/>
          <p14:tracePt t="2662" x="4841875" y="3405188"/>
          <p14:tracePt t="2670" x="4737100" y="3357563"/>
          <p14:tracePt t="2679" x="4586288" y="3328988"/>
          <p14:tracePt t="2686" x="4435475" y="3319463"/>
          <p14:tracePt t="2694" x="4122738" y="3254375"/>
          <p14:tracePt t="2703" x="4046538" y="3244850"/>
          <p14:tracePt t="2710" x="3914775" y="3197225"/>
          <p14:tracePt t="2718" x="3773488" y="3149600"/>
          <p14:tracePt t="2727" x="3367088" y="2932113"/>
          <p14:tracePt t="2730" x="3214688" y="2874963"/>
          <p14:tracePt t="2738" x="2940050" y="2695575"/>
          <p14:tracePt t="2746" x="2855913" y="2638425"/>
          <p14:tracePt t="2754" x="2714625" y="2582863"/>
          <p14:tracePt t="2761" x="2657475" y="2554288"/>
          <p14:tracePt t="2771" x="2590800" y="2544763"/>
          <p14:tracePt t="2778" x="2505075" y="2506663"/>
          <p14:tracePt t="2785" x="2459038" y="2497138"/>
          <p14:tracePt t="2792" x="2363788" y="2487613"/>
          <p14:tracePt t="2803" x="2316163" y="2478088"/>
          <p14:tracePt t="2809" x="2260600" y="2478088"/>
          <p14:tracePt t="2818" x="2212975" y="2478088"/>
          <p14:tracePt t="2822" x="2184400" y="2478088"/>
          <p14:tracePt t="2828" x="2117725" y="2478088"/>
          <p14:tracePt t="2834" x="2079625" y="2478088"/>
          <p14:tracePt t="2842" x="2014538" y="2478088"/>
          <p14:tracePt t="2850" x="1966913" y="2478088"/>
          <p14:tracePt t="2856" x="1881188" y="2459038"/>
          <p14:tracePt t="2862" x="1787525" y="2449513"/>
          <p14:tracePt t="2869" x="1701800" y="2430463"/>
          <p14:tracePt t="2876" x="1644650" y="2420938"/>
          <p14:tracePt t="2884" x="1579563" y="2384425"/>
          <p14:tracePt t="2890" x="1541463" y="2374900"/>
          <p14:tracePt t="2897" x="1503363" y="2365375"/>
          <p14:tracePt t="2905" x="1465263" y="2355850"/>
          <p14:tracePt t="2911" x="1455738" y="2355850"/>
          <p14:tracePt t="2920" x="1417638" y="2355850"/>
          <p14:tracePt t="2928" x="1409700" y="2355850"/>
          <p14:tracePt t="2942" x="1400175" y="2355850"/>
          <p14:tracePt t="2948" x="1390650" y="2355850"/>
          <p14:tracePt t="2953" x="1381125" y="2355850"/>
          <p14:tracePt t="2960" x="1371600" y="2355850"/>
          <p14:tracePt t="3309" x="1390650" y="2346325"/>
          <p14:tracePt t="3317" x="1417638" y="2346325"/>
          <p14:tracePt t="3324" x="1455738" y="2346325"/>
          <p14:tracePt t="3330" x="1474788" y="2336800"/>
          <p14:tracePt t="3345" x="1493838" y="2336800"/>
          <p14:tracePt t="3352" x="1503363" y="2336800"/>
          <p14:tracePt t="3359" x="1512888" y="2336800"/>
          <p14:tracePt t="3369" x="1522413" y="2336800"/>
          <p14:tracePt t="3380" x="1541463" y="2336800"/>
          <p14:tracePt t="3408" x="1550988" y="2336800"/>
          <p14:tracePt t="3414" x="1560513" y="2336800"/>
          <p14:tracePt t="3428" x="1570038" y="2336800"/>
          <p14:tracePt t="3442" x="1579563" y="2336800"/>
          <p14:tracePt t="3456" x="1589088" y="2336800"/>
          <p14:tracePt t="3491" x="1598613" y="2336800"/>
          <p14:tracePt t="3548" x="1617663" y="2336800"/>
          <p14:tracePt t="3585" x="1627188" y="2336800"/>
          <p14:tracePt t="3617" x="1635125" y="2336800"/>
          <p14:tracePt t="3665" x="1644650" y="2336800"/>
          <p14:tracePt t="5750" x="1673225" y="2374900"/>
          <p14:tracePt t="5756" x="1720850" y="2459038"/>
          <p14:tracePt t="5763" x="1806575" y="2544763"/>
          <p14:tracePt t="5772" x="1881188" y="2647950"/>
          <p14:tracePt t="5778" x="1938338" y="2724150"/>
          <p14:tracePt t="5786" x="1957388" y="2771775"/>
          <p14:tracePt t="5793" x="1995488" y="2800350"/>
          <p14:tracePt t="5798" x="2014538" y="2828925"/>
          <p14:tracePt t="5806" x="2033588" y="2865438"/>
          <p14:tracePt t="5813" x="2043113" y="2874963"/>
          <p14:tracePt t="5821" x="2062163" y="2894013"/>
          <p14:tracePt t="5832" x="2070100" y="2903538"/>
          <p14:tracePt t="5840" x="2070100" y="2913063"/>
          <p14:tracePt t="5847" x="2079625" y="2922588"/>
          <p14:tracePt t="5855" x="2079625" y="2932113"/>
          <p14:tracePt t="5861" x="2079625" y="2951163"/>
          <p14:tracePt t="5876" x="2089150" y="2960688"/>
          <p14:tracePt t="5884" x="2098675" y="2979738"/>
          <p14:tracePt t="5890" x="2098675" y="2998788"/>
          <p14:tracePt t="5895" x="2117725" y="3017838"/>
          <p14:tracePt t="5905" x="2117725" y="3046413"/>
          <p14:tracePt t="5909" x="2117725" y="3084513"/>
          <p14:tracePt t="5918" x="2117725" y="3101975"/>
          <p14:tracePt t="5931" x="2117725" y="3130550"/>
          <p14:tracePt t="5939" x="2117725" y="3149600"/>
          <p14:tracePt t="5944" x="2117725" y="3168650"/>
          <p14:tracePt t="5951" x="2108200" y="3178175"/>
          <p14:tracePt t="5958" x="2108200" y="3187700"/>
          <p14:tracePt t="5970" x="2098675" y="3197225"/>
          <p14:tracePt t="5975" x="2098675" y="3206750"/>
          <p14:tracePt t="5980" x="2098675" y="3225800"/>
          <p14:tracePt t="5988" x="2089150" y="3225800"/>
          <p14:tracePt t="5994" x="2079625" y="3235325"/>
          <p14:tracePt t="6002" x="2062163" y="3254375"/>
          <p14:tracePt t="6009" x="2043113" y="3273425"/>
          <p14:tracePt t="6016" x="1995488" y="3302000"/>
          <p14:tracePt t="6027" x="1976438" y="3311525"/>
          <p14:tracePt t="6033" x="1938338" y="3357563"/>
          <p14:tracePt t="6042" x="1862138" y="3386138"/>
          <p14:tracePt t="6051" x="1844675" y="3395663"/>
          <p14:tracePt t="6059" x="1797050" y="3405188"/>
          <p14:tracePt t="6069" x="1778000" y="3414713"/>
          <p14:tracePt t="6076" x="1758950" y="3443288"/>
          <p14:tracePt t="6081" x="1749425" y="3443288"/>
          <p14:tracePt t="6087" x="1739900" y="3443288"/>
          <p14:tracePt t="6100" x="1730375" y="3443288"/>
          <p14:tracePt t="6105" x="1720850" y="3443288"/>
          <p14:tracePt t="6113" x="1711325" y="3443288"/>
          <p14:tracePt t="6140" x="1701800" y="3443288"/>
          <p14:tracePt t="6169" x="1692275" y="3443288"/>
          <p14:tracePt t="6217" x="1682750" y="3443288"/>
          <p14:tracePt t="6232" x="1682750" y="3433763"/>
          <p14:tracePt t="6253" x="1682750" y="3424238"/>
          <p14:tracePt t="6274" x="1682750" y="3414713"/>
          <p14:tracePt t="6288" x="1682750" y="3405188"/>
          <p14:tracePt t="6293" x="1682750" y="3395663"/>
          <p14:tracePt t="6303" x="1682750" y="3386138"/>
          <p14:tracePt t="6308" x="1692275" y="3319463"/>
          <p14:tracePt t="6319" x="1701800" y="3244850"/>
          <p14:tracePt t="6326" x="1720850" y="3168650"/>
          <p14:tracePt t="6330" x="1730375" y="3121025"/>
          <p14:tracePt t="6338" x="1730375" y="3101975"/>
          <p14:tracePt t="6345" x="1730375" y="3084513"/>
          <p14:tracePt t="6352" x="1730375" y="3074988"/>
          <p14:tracePt t="6359" x="1730375" y="3065463"/>
          <p14:tracePt t="6386" x="1730375" y="3055938"/>
          <p14:tracePt t="6422" x="1730375" y="3046413"/>
          <p14:tracePt t="6497" x="1730375" y="3036888"/>
          <p14:tracePt t="6633" x="1730375" y="3027363"/>
          <p14:tracePt t="6665" x="1730375" y="3017838"/>
          <p14:tracePt t="6701" x="1730375" y="2998788"/>
          <p14:tracePt t="6771" x="1730375" y="2989263"/>
          <p14:tracePt t="6805" x="1730375" y="2979738"/>
          <p14:tracePt t="6835" x="1730375" y="2970213"/>
          <p14:tracePt t="6860" x="1720850" y="2970213"/>
          <p14:tracePt t="6875" x="1720850" y="2960688"/>
          <p14:tracePt t="6903" x="1711325" y="2960688"/>
          <p14:tracePt t="6988" x="1701800" y="2960688"/>
          <p14:tracePt t="7083" x="1701800" y="2951163"/>
          <p14:tracePt t="7119" x="1701800" y="2941638"/>
          <p14:tracePt t="7196" x="1701800" y="2922588"/>
          <p14:tracePt t="7244" x="1701800" y="2913063"/>
          <p14:tracePt t="7258" x="1711325" y="2913063"/>
          <p14:tracePt t="7293" x="1720850" y="2913063"/>
          <p14:tracePt t="7317" x="1730375" y="2913063"/>
          <p14:tracePt t="7323" x="1739900" y="2913063"/>
          <p14:tracePt t="7336" x="1749425" y="2913063"/>
          <p14:tracePt t="7343" x="1758950" y="2913063"/>
          <p14:tracePt t="7351" x="1768475" y="2903538"/>
          <p14:tracePt t="7357" x="1778000" y="2903538"/>
          <p14:tracePt t="7364" x="1797050" y="2903538"/>
          <p14:tracePt t="7379" x="1825625" y="2903538"/>
          <p14:tracePt t="7385" x="1835150" y="2903538"/>
          <p14:tracePt t="7391" x="1844675" y="2903538"/>
          <p14:tracePt t="7402" x="1852613" y="2903538"/>
          <p14:tracePt t="7408" x="1862138" y="2903538"/>
          <p14:tracePt t="7413" x="1871663" y="2903538"/>
          <p14:tracePt t="7426" x="1881188" y="2903538"/>
          <p14:tracePt t="7435" x="1900238" y="2903538"/>
          <p14:tracePt t="7440" x="1909763" y="2903538"/>
          <p14:tracePt t="7457" x="1919288" y="2903538"/>
          <p14:tracePt t="7489" x="1928813" y="2903538"/>
          <p14:tracePt t="7524" x="1938338" y="2903538"/>
          <p14:tracePt t="7629" x="1947863" y="2903538"/>
          <p14:tracePt t="7761" x="1957388" y="2903538"/>
          <p14:tracePt t="8237" x="1976438" y="2903538"/>
          <p14:tracePt t="8245" x="1995488" y="2903538"/>
          <p14:tracePt t="8252" x="2005013" y="2903538"/>
          <p14:tracePt t="8260" x="2014538" y="2903538"/>
          <p14:tracePt t="8272" x="2024063" y="2903538"/>
          <p14:tracePt t="8288" x="2043113" y="2903538"/>
          <p14:tracePt t="8307" x="2052638" y="2903538"/>
          <p14:tracePt t="8336" x="2062163" y="2903538"/>
          <p14:tracePt t="8370" x="2070100" y="2903538"/>
          <p14:tracePt t="8419" x="2079625" y="2903538"/>
          <p14:tracePt t="8433" x="2089150" y="2903538"/>
          <p14:tracePt t="8448" x="2098675" y="2903538"/>
          <p14:tracePt t="8470" x="2108200" y="2903538"/>
          <p14:tracePt t="8489" x="2127250" y="2903538"/>
          <p14:tracePt t="8510" x="2136775" y="2903538"/>
          <p14:tracePt t="8545" x="2146300" y="2903538"/>
          <p14:tracePt t="8553" x="2155825" y="2903538"/>
          <p14:tracePt t="8568" x="2165350" y="2903538"/>
          <p14:tracePt t="8579" x="2174875" y="2903538"/>
          <p14:tracePt t="8586" x="2184400" y="2913063"/>
          <p14:tracePt t="8603" x="2193925" y="2913063"/>
          <p14:tracePt t="8618" x="2203450" y="2913063"/>
          <p14:tracePt t="8629" x="2212975" y="2913063"/>
          <p14:tracePt t="8637" x="2222500" y="2913063"/>
          <p14:tracePt t="8642" x="2222500" y="2922588"/>
          <p14:tracePt t="8650" x="2232025" y="2922588"/>
          <p14:tracePt t="8677" x="2241550" y="2922588"/>
          <p14:tracePt t="8685" x="2241550" y="2932113"/>
          <p14:tracePt t="8713" x="2251075" y="2932113"/>
          <p14:tracePt t="8760" x="2260600" y="2932113"/>
          <p14:tracePt t="8774" x="2270125" y="2941638"/>
          <p14:tracePt t="8787" x="2287588" y="2941638"/>
          <p14:tracePt t="8805" x="2297113" y="2941638"/>
          <p14:tracePt t="8809" x="2297113" y="2951163"/>
          <p14:tracePt t="8819" x="2306638" y="2951163"/>
          <p14:tracePt t="8845" x="2316163" y="2960688"/>
          <p14:tracePt t="9061" x="2354263" y="2960688"/>
          <p14:tracePt t="9070" x="2373313" y="2951163"/>
          <p14:tracePt t="9076" x="2392363" y="2951163"/>
          <p14:tracePt t="9084" x="2420938" y="2951163"/>
          <p14:tracePt t="9090" x="2430463" y="2951163"/>
          <p14:tracePt t="9107" x="2439988" y="2951163"/>
          <p14:tracePt t="9125" x="2449513" y="2951163"/>
          <p14:tracePt t="9147" x="2459038" y="2951163"/>
          <p14:tracePt t="9162" x="2468563" y="2951163"/>
          <p14:tracePt t="9183" x="2478088" y="2951163"/>
          <p14:tracePt t="9194" x="2497138" y="2951163"/>
          <p14:tracePt t="9252" x="2505075" y="2951163"/>
          <p14:tracePt t="9267" x="2514600" y="2951163"/>
          <p14:tracePt t="9271" x="2524125" y="2951163"/>
          <p14:tracePt t="9280" x="2533650" y="2951163"/>
          <p14:tracePt t="9285" x="2543175" y="2951163"/>
          <p14:tracePt t="9291" x="2552700" y="2951163"/>
          <p14:tracePt t="9307" x="2571750" y="2960688"/>
          <p14:tracePt t="9314" x="2581275" y="2960688"/>
          <p14:tracePt t="9322" x="2590800" y="2960688"/>
          <p14:tracePt t="9327" x="2609850" y="2960688"/>
          <p14:tracePt t="9334" x="2619375" y="2960688"/>
          <p14:tracePt t="9340" x="2638425" y="2970213"/>
          <p14:tracePt t="9358" x="2667000" y="2970213"/>
          <p14:tracePt t="9363" x="2686050" y="2979738"/>
          <p14:tracePt t="9371" x="2705100" y="2979738"/>
          <p14:tracePt t="9377" x="2722563" y="2979738"/>
          <p14:tracePt t="9385" x="2770188" y="2989263"/>
          <p14:tracePt t="9391" x="2789238" y="2989263"/>
          <p14:tracePt t="9407" x="2808288" y="2998788"/>
          <p14:tracePt t="9413" x="2817813" y="2998788"/>
          <p14:tracePt t="9420" x="2827338" y="2998788"/>
          <p14:tracePt t="9427" x="2836863" y="2998788"/>
          <p14:tracePt t="9434" x="2855913" y="2998788"/>
          <p14:tracePt t="9447" x="2865438" y="2998788"/>
          <p14:tracePt t="9474" x="2874963" y="2998788"/>
          <p14:tracePt t="9490" x="2884488" y="2998788"/>
          <p14:tracePt t="9495" x="2894013" y="2998788"/>
          <p14:tracePt t="9504" x="2903538" y="2998788"/>
          <p14:tracePt t="9508" x="2922588" y="2998788"/>
          <p14:tracePt t="9519" x="2949575" y="2998788"/>
          <p14:tracePt t="9525" x="2959100" y="2998788"/>
          <p14:tracePt t="9530" x="2978150" y="2998788"/>
          <p14:tracePt t="9544" x="2997200" y="2989263"/>
          <p14:tracePt t="9552" x="3035300" y="2989263"/>
          <p14:tracePt t="9570" x="3044825" y="2989263"/>
          <p14:tracePt t="9575" x="3054350" y="2989263"/>
          <p14:tracePt t="9588" x="3073400" y="2979738"/>
          <p14:tracePt t="9593" x="3082925" y="2979738"/>
          <p14:tracePt t="9602" x="3092450" y="2979738"/>
          <p14:tracePt t="9607" x="3101975" y="2970213"/>
          <p14:tracePt t="9618" x="3111500" y="2960688"/>
          <p14:tracePt t="9624" x="3130550" y="2951163"/>
          <p14:tracePt t="9629" x="3140075" y="2951163"/>
          <p14:tracePt t="9637" x="3149600" y="2951163"/>
          <p14:tracePt t="9644" x="3167063" y="2941638"/>
          <p14:tracePt t="9651" x="3176588" y="2941638"/>
          <p14:tracePt t="9658" x="3186113" y="2941638"/>
          <p14:tracePt t="9663" x="3205163" y="2932113"/>
          <p14:tracePt t="9670" x="3224213" y="2932113"/>
          <p14:tracePt t="9685" x="3243263" y="2932113"/>
          <p14:tracePt t="9690" x="3262313" y="2922588"/>
          <p14:tracePt t="9701" x="3271838" y="2922588"/>
          <p14:tracePt t="9707" x="3300413" y="2922588"/>
          <p14:tracePt t="9711" x="3309938" y="2922588"/>
          <p14:tracePt t="9723" x="3319463" y="2922588"/>
          <p14:tracePt t="9726" x="3328988" y="2922588"/>
          <p14:tracePt t="9770" x="3338513" y="2922588"/>
          <p14:tracePt t="9790" x="3348038" y="2922588"/>
          <p14:tracePt t="9823" x="3357563" y="2922588"/>
          <p14:tracePt t="9860" x="3367088" y="2922588"/>
          <p14:tracePt t="9894" x="3384550" y="2922588"/>
          <p14:tracePt t="9979" x="3394075" y="2922588"/>
          <p14:tracePt t="12552" x="3375025" y="2922588"/>
          <p14:tracePt t="12558" x="3357563" y="2932113"/>
          <p14:tracePt t="12564" x="3338513" y="2932113"/>
          <p14:tracePt t="12570" x="3328988" y="2932113"/>
          <p14:tracePt t="12580" x="3309938" y="2932113"/>
          <p14:tracePt t="12588" x="3300413" y="2941638"/>
          <p14:tracePt t="12593" x="3290888" y="2941638"/>
          <p14:tracePt t="12602" x="3281363" y="2941638"/>
          <p14:tracePt t="12613" x="3271838" y="2941638"/>
          <p14:tracePt t="12621" x="3262313" y="2941638"/>
          <p14:tracePt t="12649" x="3252788" y="2941638"/>
          <p14:tracePt t="12675" x="3243263" y="2941638"/>
          <p14:tracePt t="12710" x="3224213" y="2941638"/>
          <p14:tracePt t="12746" x="3214688" y="2941638"/>
          <p14:tracePt t="12789" x="3214688" y="2932113"/>
          <p14:tracePt t="12808" x="3214688" y="2922588"/>
          <p14:tracePt t="12818" x="3205163" y="2922588"/>
          <p14:tracePt t="12851" x="3195638" y="2922588"/>
          <p14:tracePt t="12866" x="3195638" y="2913063"/>
          <p14:tracePt t="12886" x="3186113" y="2913063"/>
          <p14:tracePt t="12900" x="3186113" y="2903538"/>
          <p14:tracePt t="12936" x="3186113" y="2894013"/>
          <p14:tracePt t="12942" x="3176588" y="2894013"/>
          <p14:tracePt t="12976" x="3176588" y="2884488"/>
          <p14:tracePt t="13474" x="3176588" y="2874963"/>
          <p14:tracePt t="13668" x="3176588" y="2865438"/>
          <p14:tracePt t="14067" x="3167063" y="2865438"/>
          <p14:tracePt t="14088" x="3157538" y="2865438"/>
          <p14:tracePt t="14096" x="3149600" y="2865438"/>
          <p14:tracePt t="14101" x="3140075" y="2865438"/>
          <p14:tracePt t="14110" x="3130550" y="2865438"/>
          <p14:tracePt t="14119" x="3121025" y="2865438"/>
          <p14:tracePt t="14124" x="3101975" y="2865438"/>
          <p14:tracePt t="14130" x="3073400" y="2865438"/>
          <p14:tracePt t="14138" x="3044825" y="2865438"/>
          <p14:tracePt t="14143" x="3025775" y="2865438"/>
          <p14:tracePt t="14152" x="2997200" y="2865438"/>
          <p14:tracePt t="14159" x="2949575" y="2865438"/>
          <p14:tracePt t="14169" x="2932113" y="2865438"/>
          <p14:tracePt t="14178" x="2913063" y="2865438"/>
          <p14:tracePt t="14186" x="2846388" y="2865438"/>
          <p14:tracePt t="14192" x="2808288" y="2838450"/>
          <p14:tracePt t="14201" x="2779713" y="2838450"/>
          <p14:tracePt t="14208" x="2741613" y="2838450"/>
          <p14:tracePt t="14214" x="2705100" y="2838450"/>
          <p14:tracePt t="14222" x="2695575" y="2838450"/>
          <p14:tracePt t="14228" x="2676525" y="2838450"/>
          <p14:tracePt t="14235" x="2638425" y="2838450"/>
          <p14:tracePt t="14252" x="2628900" y="2838450"/>
          <p14:tracePt t="14257" x="2619375" y="2838450"/>
          <p14:tracePt t="14262" x="2609850" y="2838450"/>
          <p14:tracePt t="14272" x="2600325" y="2838450"/>
          <p14:tracePt t="14278" x="2590800" y="2838450"/>
          <p14:tracePt t="14286" x="2581275" y="2838450"/>
          <p14:tracePt t="14302" x="2552700" y="2838450"/>
          <p14:tracePt t="14307" x="2533650" y="2838450"/>
          <p14:tracePt t="14311" x="2524125" y="2838450"/>
          <p14:tracePt t="14318" x="2514600" y="2838450"/>
          <p14:tracePt t="14324" x="2505075" y="2838450"/>
          <p14:tracePt t="14334" x="2497138" y="2838450"/>
          <p14:tracePt t="14347" x="2478088" y="2838450"/>
          <p14:tracePt t="14354" x="2468563" y="2838450"/>
          <p14:tracePt t="14359" x="2449513" y="2838450"/>
          <p14:tracePt t="14368" x="2439988" y="2838450"/>
          <p14:tracePt t="14374" x="2430463" y="2838450"/>
          <p14:tracePt t="14383" x="2420938" y="2838450"/>
          <p14:tracePt t="14389" x="2382838" y="2838450"/>
          <p14:tracePt t="14396" x="2363788" y="2838450"/>
          <p14:tracePt t="14409" x="2354263" y="2838450"/>
          <p14:tracePt t="14419" x="2335213" y="2838450"/>
          <p14:tracePt t="14424" x="2325688" y="2838450"/>
          <p14:tracePt t="14430" x="2306638" y="2838450"/>
          <p14:tracePt t="14439" x="2279650" y="2838450"/>
          <p14:tracePt t="14444" x="2270125" y="2838450"/>
          <p14:tracePt t="14452" x="2251075" y="2838450"/>
          <p14:tracePt t="14458" x="2232025" y="2838450"/>
          <p14:tracePt t="14469" x="2222500" y="2838450"/>
          <p14:tracePt t="14475" x="2174875" y="2857500"/>
          <p14:tracePt t="14480" x="2155825" y="2857500"/>
          <p14:tracePt t="14489" x="2146300" y="2857500"/>
          <p14:tracePt t="14493" x="2127250" y="2857500"/>
          <p14:tracePt t="14502" x="2098675" y="2857500"/>
          <p14:tracePt t="14509" x="2079625" y="2865438"/>
          <p14:tracePt t="14519" x="2070100" y="2865438"/>
          <p14:tracePt t="14523" x="2062163" y="2865438"/>
          <p14:tracePt t="14528" x="2052638" y="2865438"/>
          <p14:tracePt t="14536" x="2043113" y="2865438"/>
          <p14:tracePt t="14550" x="2033588" y="2865438"/>
          <p14:tracePt t="14557" x="2014538" y="2865438"/>
          <p14:tracePt t="14563" x="2005013" y="2865438"/>
          <p14:tracePt t="14572" x="1995488" y="2865438"/>
          <p14:tracePt t="14577" x="1985963" y="2865438"/>
          <p14:tracePt t="14590" x="1976438" y="2874963"/>
          <p14:tracePt t="14602" x="1966913" y="2874963"/>
          <p14:tracePt t="14609" x="1957388" y="2874963"/>
          <p14:tracePt t="14613" x="1947863" y="2874963"/>
          <p14:tracePt t="14621" x="1928813" y="2884488"/>
          <p14:tracePt t="14627" x="1919288" y="2884488"/>
          <p14:tracePt t="14634" x="1909763" y="2894013"/>
          <p14:tracePt t="14640" x="1900238" y="2894013"/>
          <p14:tracePt t="14646" x="1881188" y="2903538"/>
          <p14:tracePt t="14654" x="1871663" y="2903538"/>
          <p14:tracePt t="14659" x="1862138" y="2903538"/>
          <p14:tracePt t="14670" x="1844675" y="2903538"/>
          <p14:tracePt t="14675" x="1835150" y="2903538"/>
          <p14:tracePt t="14691" x="1825625" y="2903538"/>
          <p14:tracePt t="14697" x="1816100" y="2903538"/>
          <p14:tracePt t="14705" x="1806575" y="2903538"/>
          <p14:tracePt t="14710" x="1797050" y="2903538"/>
          <p14:tracePt t="14718" x="1787525" y="2903538"/>
          <p14:tracePt t="14724" x="1778000" y="2903538"/>
          <p14:tracePt t="14734" x="1768475" y="2903538"/>
          <p14:tracePt t="14740" x="1758950" y="2903538"/>
          <p14:tracePt t="14745" x="1749425" y="2903538"/>
          <p14:tracePt t="14758" x="1739900" y="2903538"/>
          <p14:tracePt t="14787" x="1730375" y="2903538"/>
          <p14:tracePt t="14821" x="1720850" y="2903538"/>
          <p14:tracePt t="14837" x="1720850" y="2913063"/>
          <p14:tracePt t="14891" x="1711325" y="2913063"/>
          <p14:tracePt t="15618" x="1720850" y="2913063"/>
          <p14:tracePt t="15625" x="1730375" y="2913063"/>
          <p14:tracePt t="15634" x="1739900" y="2913063"/>
          <p14:tracePt t="15648" x="1749425" y="2913063"/>
          <p14:tracePt t="15674" x="1758950" y="2913063"/>
          <p14:tracePt t="15709" x="1768475" y="2913063"/>
          <p14:tracePt t="15743" x="1778000" y="2913063"/>
          <p14:tracePt t="15792" x="1787525" y="2913063"/>
          <p14:tracePt t="15828" x="1797050" y="2913063"/>
          <p14:tracePt t="15841" x="1806575" y="2913063"/>
          <p14:tracePt t="15856" x="1816100" y="2913063"/>
          <p14:tracePt t="15877" x="1825625" y="2913063"/>
          <p14:tracePt t="15900" x="1835150" y="2913063"/>
          <p14:tracePt t="15935" x="1844675" y="2913063"/>
          <p14:tracePt t="15946" x="1862138" y="2913063"/>
          <p14:tracePt t="15955" x="1871663" y="2913063"/>
          <p14:tracePt t="15960" x="1881188" y="2913063"/>
          <p14:tracePt t="15983" x="1890713" y="2913063"/>
          <p14:tracePt t="16032" x="1900238" y="2913063"/>
          <p14:tracePt t="16066" x="1909763" y="2913063"/>
          <p14:tracePt t="22524" x="1852613" y="2913063"/>
          <p14:tracePt t="22532" x="1758950" y="2903538"/>
          <p14:tracePt t="22537" x="1701800" y="2884488"/>
          <p14:tracePt t="22546" x="1635125" y="2874963"/>
          <p14:tracePt t="22551" x="1608138" y="2865438"/>
          <p14:tracePt t="22558" x="1560513" y="2865438"/>
          <p14:tracePt t="22568" x="1531938" y="2857500"/>
          <p14:tracePt t="22571" x="1512888" y="2857500"/>
          <p14:tracePt t="22585" x="1493838" y="2857500"/>
          <p14:tracePt t="22589" x="1465263" y="2847975"/>
          <p14:tracePt t="22593" x="1455738" y="2847975"/>
          <p14:tracePt t="22602" x="1446213" y="2838450"/>
          <p14:tracePt t="22608" x="1436688" y="2838450"/>
          <p14:tracePt t="22617" x="1427163" y="2838450"/>
          <p14:tracePt t="22637" x="1427163" y="2819400"/>
          <p14:tracePt t="22667" x="1427163" y="2809875"/>
          <p14:tracePt t="22686" x="1427163" y="2800350"/>
          <p14:tracePt t="22691" x="1455738" y="2790825"/>
          <p14:tracePt t="22699" x="1512888" y="2781300"/>
          <p14:tracePt t="22705" x="1570038" y="2781300"/>
          <p14:tracePt t="22715" x="1598613" y="2781300"/>
          <p14:tracePt t="22720" x="1673225" y="2771775"/>
          <p14:tracePt t="22726" x="1730375" y="2771775"/>
          <p14:tracePt t="22735" x="1778000" y="2771775"/>
          <p14:tracePt t="22740" x="1806575" y="2771775"/>
          <p14:tracePt t="22751" x="1871663" y="2771775"/>
          <p14:tracePt t="22755" x="1919288" y="2771775"/>
          <p14:tracePt t="22761" x="1995488" y="2781300"/>
          <p14:tracePt t="22768" x="2108200" y="2800350"/>
          <p14:tracePt t="22775" x="2203450" y="2800350"/>
          <p14:tracePt t="22783" x="2279650" y="2809875"/>
          <p14:tracePt t="22788" x="2401888" y="2828925"/>
          <p14:tracePt t="22800" x="2430463" y="2828925"/>
          <p14:tracePt t="22807" x="2487613" y="2828925"/>
          <p14:tracePt t="22813" x="2505075" y="2828925"/>
          <p14:tracePt t="22821" x="2524125" y="2828925"/>
          <p14:tracePt t="22827" x="2543175" y="2828925"/>
          <p14:tracePt t="22835" x="2562225" y="2828925"/>
          <p14:tracePt t="22868" x="2571750" y="2828925"/>
          <p14:tracePt t="22903" x="2581275" y="2828925"/>
          <p14:tracePt t="22936" x="2590800" y="2828925"/>
          <p14:tracePt t="22971" x="2600325" y="2828925"/>
          <p14:tracePt t="22985" x="2619375" y="2828925"/>
          <p14:tracePt t="22991" x="2638425" y="2828925"/>
          <p14:tracePt t="23001" x="2667000" y="2828925"/>
          <p14:tracePt t="23007" x="2686050" y="2828925"/>
          <p14:tracePt t="23016" x="2714625" y="2828925"/>
          <p14:tracePt t="23022" x="2732088" y="2828925"/>
          <p14:tracePt t="23028" x="2760663" y="2828925"/>
          <p14:tracePt t="23041" x="2789238" y="2828925"/>
          <p14:tracePt t="23051" x="2798763" y="2828925"/>
          <p14:tracePt t="23057" x="2808288" y="2828925"/>
          <p14:tracePt t="23086" x="2817813" y="2828925"/>
          <p14:tracePt t="23120" x="2836863" y="2828925"/>
          <p14:tracePt t="23154" x="2846388" y="2828925"/>
          <p14:tracePt t="23182" x="2855913" y="2828925"/>
          <p14:tracePt t="23258" x="2865438" y="2828925"/>
          <p14:tracePt t="23460" x="2874963" y="2828925"/>
          <p14:tracePt t="23519" x="2884488" y="2828925"/>
          <p14:tracePt t="23552" x="2894013" y="2828925"/>
          <p14:tracePt t="23572" x="2894013" y="2838450"/>
          <p14:tracePt t="23586" x="2903538" y="2838450"/>
          <p14:tracePt t="23621" x="2922588" y="2838450"/>
          <p14:tracePt t="23655" x="2932113" y="2838450"/>
          <p14:tracePt t="23677" x="2932113" y="2847975"/>
          <p14:tracePt t="23712" x="2940050" y="2847975"/>
          <p14:tracePt t="23720" x="2940050" y="2857500"/>
          <p14:tracePt t="23727" x="2949575" y="2857500"/>
          <p14:tracePt t="23733" x="2959100" y="2865438"/>
          <p14:tracePt t="23740" x="2968625" y="2865438"/>
          <p14:tracePt t="23751" x="2978150" y="2874963"/>
          <p14:tracePt t="23756" x="2987675" y="2874963"/>
          <p14:tracePt t="23760" x="2997200" y="2884488"/>
          <p14:tracePt t="23769" x="3006725" y="2884488"/>
          <p14:tracePt t="23789" x="3006725" y="2894013"/>
          <p14:tracePt t="23800" x="3016250" y="2894013"/>
          <p14:tracePt t="23823" x="3025775" y="2894013"/>
          <p14:tracePt t="23845" x="3035300" y="2894013"/>
          <p14:tracePt t="23882" x="3044825" y="2894013"/>
          <p14:tracePt t="23888" x="3044825" y="2903538"/>
          <p14:tracePt t="23916" x="3054350" y="2903538"/>
          <p14:tracePt t="24019" x="3063875" y="2903538"/>
          <p14:tracePt t="24103" x="3082925" y="2903538"/>
          <p14:tracePt t="24138" x="3092450" y="2903538"/>
          <p14:tracePt t="24174" x="3101975" y="2903538"/>
          <p14:tracePt t="24208" x="3111500" y="2903538"/>
          <p14:tracePt t="24222" x="3111500" y="2913063"/>
          <p14:tracePt t="24232" x="3121025" y="2913063"/>
          <p14:tracePt t="24279" x="3130550" y="2913063"/>
          <p14:tracePt t="24292" x="3130550" y="2922588"/>
          <p14:tracePt t="24301" x="3140075" y="2922588"/>
          <p14:tracePt t="24316" x="3149600" y="2922588"/>
          <p14:tracePt t="24327" x="3167063" y="2922588"/>
          <p14:tracePt t="24341" x="3167063" y="2932113"/>
          <p14:tracePt t="24350" x="3176588" y="2932113"/>
          <p14:tracePt t="24404" x="3186113" y="2932113"/>
          <p14:tracePt t="24432" x="3195638" y="2932113"/>
          <p14:tracePt t="24510" x="3205163" y="2932113"/>
          <p14:tracePt t="24552" x="3214688" y="2932113"/>
          <p14:tracePt t="24592" x="3214688" y="2941638"/>
          <p14:tracePt t="25376" x="3157538" y="2979738"/>
          <p14:tracePt t="25383" x="3054350" y="3074988"/>
          <p14:tracePt t="25389" x="2949575" y="3149600"/>
          <p14:tracePt t="25402" x="2894013" y="3216275"/>
          <p14:tracePt t="25408" x="2789238" y="3311525"/>
          <p14:tracePt t="25415" x="2695575" y="3395663"/>
          <p14:tracePt t="25424" x="2628900" y="3452813"/>
          <p14:tracePt t="25428" x="2543175" y="3538538"/>
          <p14:tracePt t="25436" x="2497138" y="3575050"/>
          <p14:tracePt t="25443" x="2459038" y="3603625"/>
          <p14:tracePt t="25453" x="2363788" y="3679825"/>
          <p14:tracePt t="25459" x="2325688" y="3708400"/>
          <p14:tracePt t="25469" x="2306638" y="3717925"/>
          <p14:tracePt t="25473" x="2260600" y="3736975"/>
          <p14:tracePt t="25480" x="2232025" y="3773488"/>
          <p14:tracePt t="25489" x="2222500" y="3773488"/>
          <p14:tracePt t="25500" x="2203450" y="3783013"/>
          <p14:tracePt t="25506" x="2174875" y="3792538"/>
          <p14:tracePt t="25511" x="2127250" y="3821113"/>
          <p14:tracePt t="25517" x="2062163" y="3840163"/>
          <p14:tracePt t="25525" x="1976438" y="3887788"/>
          <p14:tracePt t="25532" x="1900238" y="3897313"/>
          <p14:tracePt t="25540" x="1852613" y="3906838"/>
          <p14:tracePt t="25548" x="1778000" y="3925888"/>
          <p14:tracePt t="25555" x="1739900" y="3925888"/>
          <p14:tracePt t="25559" x="1663700" y="3935413"/>
          <p14:tracePt t="25567" x="1617663" y="3944938"/>
          <p14:tracePt t="25574" x="1589088" y="3944938"/>
          <p14:tracePt t="25583" x="1560513" y="3944938"/>
          <p14:tracePt t="25588" x="1541463" y="3944938"/>
          <p14:tracePt t="25592" x="1512888" y="3944938"/>
          <p14:tracePt t="25602" x="1503363" y="3944938"/>
          <p14:tracePt t="25607" x="1465263" y="3954463"/>
          <p14:tracePt t="25617" x="1446213" y="3954463"/>
          <p14:tracePt t="25624" x="1436688" y="3954463"/>
          <p14:tracePt t="25632" x="1417638" y="3954463"/>
          <p14:tracePt t="25638" x="1409700" y="3954463"/>
          <p14:tracePt t="25642" x="1400175" y="3954463"/>
          <p14:tracePt t="25655" x="1381125" y="3954463"/>
          <p14:tracePt t="25666" x="1371600" y="3954463"/>
          <p14:tracePt t="25685" x="1362075" y="3954463"/>
          <p14:tracePt t="25734" x="1362075" y="3944938"/>
          <p14:tracePt t="25739" x="1362075" y="3935413"/>
          <p14:tracePt t="25749" x="1362075" y="3925888"/>
          <p14:tracePt t="25753" x="1362075" y="3916363"/>
          <p14:tracePt t="25760" x="1362075" y="3897313"/>
          <p14:tracePt t="25774" x="1362075" y="3887788"/>
          <p14:tracePt t="25783" x="1362075" y="3878263"/>
          <p14:tracePt t="25788" x="1362075" y="3868738"/>
          <p14:tracePt t="25803" x="1362075" y="3859213"/>
          <p14:tracePt t="25818" x="1362075" y="3849688"/>
          <p14:tracePt t="25823" x="1362075" y="3840163"/>
          <p14:tracePt t="25871" x="1362075" y="3821113"/>
          <p14:tracePt t="25893" x="1362075" y="3811588"/>
          <p14:tracePt t="25907" x="1362075" y="3802063"/>
          <p14:tracePt t="25916" x="1362075" y="3792538"/>
          <p14:tracePt t="25928" x="1371600" y="3783013"/>
          <p14:tracePt t="25950" x="1390650" y="3773488"/>
          <p14:tracePt t="25965" x="1390650" y="3765550"/>
          <p14:tracePt t="25972" x="1390650" y="3756025"/>
          <p14:tracePt t="25978" x="1400175" y="3736975"/>
          <p14:tracePt t="25985" x="1409700" y="3727450"/>
          <p14:tracePt t="25991" x="1417638" y="3717925"/>
          <p14:tracePt t="25999" x="1417638" y="3708400"/>
          <p14:tracePt t="26007" x="1427163" y="3708400"/>
          <p14:tracePt t="26020" x="1436688" y="3698875"/>
          <p14:tracePt t="26033" x="1436688" y="3689350"/>
          <p14:tracePt t="26039" x="1446213" y="3689350"/>
          <p14:tracePt t="26049" x="1446213" y="3679825"/>
          <p14:tracePt t="26056" x="1455738" y="3679825"/>
          <p14:tracePt t="26061" x="1455738" y="3670300"/>
          <p14:tracePt t="26070" x="1465263" y="3670300"/>
          <p14:tracePt t="26076" x="1474788" y="3651250"/>
          <p14:tracePt t="26083" x="1484313" y="3641725"/>
          <p14:tracePt t="26089" x="1484313" y="3632200"/>
          <p14:tracePt t="26099" x="1493838" y="3632200"/>
          <p14:tracePt t="26105" x="1503363" y="3632200"/>
          <p14:tracePt t="26120" x="1512888" y="3622675"/>
          <p14:tracePt t="26134" x="1522413" y="3613150"/>
          <p14:tracePt t="26140" x="1522413" y="3603625"/>
          <p14:tracePt t="26145" x="1531938" y="3594100"/>
          <p14:tracePt t="26153" x="1541463" y="3584575"/>
          <p14:tracePt t="26159" x="1560513" y="3575050"/>
          <p14:tracePt t="26168" x="1570038" y="3575050"/>
          <p14:tracePt t="26174" x="1570038" y="3565525"/>
          <p14:tracePt t="26183" x="1579563" y="3565525"/>
          <p14:tracePt t="26190" x="1589088" y="3556000"/>
          <p14:tracePt t="26202" x="1589088" y="3546475"/>
          <p14:tracePt t="26222" x="1598613" y="3546475"/>
          <p14:tracePt t="26232" x="1598613" y="3538538"/>
          <p14:tracePt t="26252" x="1608138" y="3529013"/>
          <p14:tracePt t="26266" x="1617663" y="3529013"/>
          <p14:tracePt t="26272" x="1617663" y="3519488"/>
          <p14:tracePt t="26278" x="1627188" y="3519488"/>
          <p14:tracePt t="26286" x="1627188" y="3509963"/>
          <p14:tracePt t="26307" x="1644650" y="3509963"/>
          <p14:tracePt t="26327" x="1654175" y="3509963"/>
          <p14:tracePt t="26340" x="1654175" y="3500438"/>
          <p14:tracePt t="26376" x="1654175" y="3490913"/>
          <p14:tracePt t="26398" x="1663700" y="3490913"/>
          <p14:tracePt t="26411" x="1663700" y="3471863"/>
          <p14:tracePt t="26432" x="1673225" y="3471863"/>
          <p14:tracePt t="26481" x="1682750" y="3471863"/>
          <p14:tracePt t="26600" x="1692275" y="3471863"/>
          <p14:tracePt t="27598" x="1711325" y="3471863"/>
          <p14:tracePt t="27607" x="1720850" y="3471863"/>
          <p14:tracePt t="27615" x="1730375" y="3471863"/>
          <p14:tracePt t="27619" x="1739900" y="3471863"/>
          <p14:tracePt t="27628" x="1749425" y="3471863"/>
          <p14:tracePt t="27633" x="1778000" y="3471863"/>
          <p14:tracePt t="27641" x="1787525" y="3471863"/>
          <p14:tracePt t="27651" x="1797050" y="3471863"/>
          <p14:tracePt t="27684" x="1806575" y="3471863"/>
          <p14:tracePt t="27705" x="1816100" y="3471863"/>
          <p14:tracePt t="27710" x="1825625" y="3471863"/>
          <p14:tracePt t="27724" x="1835150" y="3471863"/>
          <p14:tracePt t="27733" x="1844675" y="3471863"/>
          <p14:tracePt t="27749" x="1862138" y="3471863"/>
          <p14:tracePt t="27755" x="1862138" y="3481388"/>
          <p14:tracePt t="27759" x="1871663" y="3481388"/>
          <p14:tracePt t="27767" x="1881188" y="3481388"/>
          <p14:tracePt t="27773" x="1890713" y="3490913"/>
          <p14:tracePt t="27782" x="1900238" y="3490913"/>
          <p14:tracePt t="27788" x="1909763" y="3490913"/>
          <p14:tracePt t="27795" x="1919288" y="3490913"/>
          <p14:tracePt t="27802" x="1938338" y="3490913"/>
          <p14:tracePt t="27808" x="1957388" y="3490913"/>
          <p14:tracePt t="27816" x="1966913" y="3490913"/>
          <p14:tracePt t="27822" x="1976438" y="3490913"/>
          <p14:tracePt t="27833" x="1985963" y="3490913"/>
          <p14:tracePt t="27838" x="1995488" y="3490913"/>
          <p14:tracePt t="27842" x="2005013" y="3490913"/>
          <p14:tracePt t="27857" x="2024063" y="3490913"/>
          <p14:tracePt t="27872" x="2033588" y="3490913"/>
          <p14:tracePt t="27901" x="2043113" y="3490913"/>
          <p14:tracePt t="27927" x="2052638" y="3490913"/>
          <p14:tracePt t="27988" x="2062163" y="3490913"/>
          <p14:tracePt t="28046" x="2070100" y="3490913"/>
          <p14:tracePt t="28096" x="2079625" y="3490913"/>
          <p14:tracePt t="28123" x="2089150" y="3490913"/>
          <p14:tracePt t="28158" x="2108200" y="3490913"/>
          <p14:tracePt t="28165" x="2108200" y="3481388"/>
          <p14:tracePt t="28192" x="2117725" y="3481388"/>
          <p14:tracePt t="28214" x="2117725" y="3471863"/>
          <p14:tracePt t="28229" x="2127250" y="3471863"/>
          <p14:tracePt t="28242" x="2127250" y="3462338"/>
          <p14:tracePt t="28249" x="2136775" y="3462338"/>
          <p14:tracePt t="28256" x="2146300" y="3452813"/>
          <p14:tracePt t="28267" x="2155825" y="3452813"/>
          <p14:tracePt t="28272" x="2165350" y="3443288"/>
          <p14:tracePt t="28285" x="2174875" y="3443288"/>
          <p14:tracePt t="28300" x="2193925" y="3443288"/>
          <p14:tracePt t="28311" x="2193925" y="3433763"/>
          <p14:tracePt t="28320" x="2203450" y="3424238"/>
          <p14:tracePt t="28325" x="2212975" y="3424238"/>
          <p14:tracePt t="28332" x="2222500" y="3424238"/>
          <p14:tracePt t="28340" x="2232025" y="3414713"/>
          <p14:tracePt t="28350" x="2241550" y="3414713"/>
          <p14:tracePt t="28357" x="2251075" y="3414713"/>
          <p14:tracePt t="28362" x="2251075" y="3405188"/>
          <p14:tracePt t="28370" x="2270125" y="3405188"/>
          <p14:tracePt t="28375" x="2279650" y="3405188"/>
          <p14:tracePt t="28383" x="2287588" y="3405188"/>
          <p14:tracePt t="28388" x="2297113" y="3405188"/>
          <p14:tracePt t="28409" x="2306638" y="3405188"/>
          <p14:tracePt t="28423" x="2316163" y="3405188"/>
          <p14:tracePt t="28451" x="2325688" y="3386138"/>
          <p14:tracePt t="28458" x="2363788" y="3376613"/>
          <p14:tracePt t="28943" x="2344738" y="3395663"/>
          <p14:tracePt t="28948" x="2297113" y="3433763"/>
          <p14:tracePt t="28954" x="2212975" y="3490913"/>
          <p14:tracePt t="28962" x="2184400" y="3529013"/>
          <p14:tracePt t="28970" x="2136775" y="3546475"/>
          <p14:tracePt t="28978" x="2098675" y="3565525"/>
          <p14:tracePt t="28986" x="2070100" y="3594100"/>
          <p14:tracePt t="28993" x="2052638" y="3613150"/>
          <p14:tracePt t="29002" x="2024063" y="3622675"/>
          <p14:tracePt t="29011" x="2014538" y="3632200"/>
          <p14:tracePt t="29019" x="1995488" y="3641725"/>
          <p14:tracePt t="29024" x="1985963" y="3641725"/>
          <p14:tracePt t="29032" x="1976438" y="3641725"/>
          <p14:tracePt t="29039" x="1966913" y="3641725"/>
          <p14:tracePt t="29262" x="1947863" y="3641725"/>
          <p14:tracePt t="29271" x="1938338" y="3641725"/>
          <p14:tracePt t="29276" x="1928813" y="3641725"/>
          <p14:tracePt t="29284" x="1909763" y="3641725"/>
          <p14:tracePt t="29290" x="1890713" y="3641725"/>
          <p14:tracePt t="29304" x="1862138" y="3641725"/>
          <p14:tracePt t="29311" x="1844675" y="3641725"/>
          <p14:tracePt t="29318" x="1835150" y="3641725"/>
          <p14:tracePt t="29325" x="1825625" y="3641725"/>
          <p14:tracePt t="29333" x="1816100" y="3641725"/>
          <p14:tracePt t="29339" x="1806575" y="3641725"/>
          <p14:tracePt t="29350" x="1797050" y="3641725"/>
          <p14:tracePt t="29360" x="1778000" y="3641725"/>
          <p14:tracePt t="29368" x="1768475" y="3641725"/>
          <p14:tracePt t="29375" x="1758950" y="3641725"/>
          <p14:tracePt t="29382" x="1749425" y="3641725"/>
          <p14:tracePt t="29411" x="1739900" y="3641725"/>
          <p14:tracePt t="29653" x="1739900" y="3632200"/>
          <p14:tracePt t="30289" x="1778000" y="3613150"/>
          <p14:tracePt t="30299" x="1862138" y="3584575"/>
          <p14:tracePt t="30306" x="1881188" y="3584575"/>
          <p14:tracePt t="30321" x="1890713" y="3575050"/>
          <p14:tracePt t="30327" x="1900238" y="3575050"/>
          <p14:tracePt t="30334" x="1909763" y="3575050"/>
          <p14:tracePt t="30349" x="1919288" y="3575050"/>
          <p14:tracePt t="30382" x="1938338" y="3575050"/>
          <p14:tracePt t="30417" x="1947863" y="3575050"/>
          <p14:tracePt t="30457" x="1957388" y="3575050"/>
          <p14:tracePt t="30464" x="1966913" y="3565525"/>
          <p14:tracePt t="30471" x="1976438" y="3565525"/>
          <p14:tracePt t="30480" x="1985963" y="3556000"/>
          <p14:tracePt t="30486" x="1995488" y="3556000"/>
          <p14:tracePt t="30493" x="2005013" y="3546475"/>
          <p14:tracePt t="30499" x="2014538" y="3546475"/>
          <p14:tracePt t="30508" x="2024063" y="3546475"/>
          <p14:tracePt t="30517" x="2033588" y="3546475"/>
          <p14:tracePt t="30522" x="2043113" y="3546475"/>
          <p14:tracePt t="30528" x="2052638" y="3546475"/>
          <p14:tracePt t="30551" x="2062163" y="3546475"/>
          <p14:tracePt t="30576" x="2070100" y="3546475"/>
          <p14:tracePt t="30585" x="2070100" y="3538538"/>
          <p14:tracePt t="30604" x="2079625" y="3538538"/>
          <p14:tracePt t="30639" x="2098675" y="3538538"/>
          <p14:tracePt t="30660" x="2098675" y="3519488"/>
          <p14:tracePt t="30673" x="2108200" y="3519488"/>
          <p14:tracePt t="30709" x="2117725" y="3519488"/>
          <p14:tracePt t="30731" x="2127250" y="3519488"/>
          <p14:tracePt t="30758" x="2127250" y="3509963"/>
          <p14:tracePt t="30772" x="2136775" y="3509963"/>
          <p14:tracePt t="30801" x="2146300" y="3509963"/>
          <p14:tracePt t="30820" x="2155825" y="3509963"/>
          <p14:tracePt t="30855" x="2165350" y="3509963"/>
          <p14:tracePt t="30890" x="2174875" y="3509963"/>
          <p14:tracePt t="30960" x="2184400" y="3509963"/>
          <p14:tracePt t="30995" x="2193925" y="3509963"/>
          <p14:tracePt t="31002" x="2193925" y="3500438"/>
          <p14:tracePt t="31018" x="2203450" y="3490913"/>
          <p14:tracePt t="31025" x="2212975" y="3481388"/>
          <p14:tracePt t="31032" x="2222500" y="3481388"/>
          <p14:tracePt t="31039" x="2241550" y="3481388"/>
          <p14:tracePt t="31044" x="2251075" y="3471863"/>
          <p14:tracePt t="31058" x="2279650" y="3471863"/>
          <p14:tracePt t="31066" x="2287588" y="3471863"/>
          <p14:tracePt t="31073" x="2297113" y="3471863"/>
          <p14:tracePt t="31082" x="2306638" y="3471863"/>
          <p14:tracePt t="31088" x="2325688" y="3471863"/>
          <p14:tracePt t="31094" x="2335213" y="3471863"/>
          <p14:tracePt t="31119" x="2373313" y="3471863"/>
          <p14:tracePt t="31124" x="2382838" y="3471863"/>
          <p14:tracePt t="31131" x="2392363" y="3471863"/>
          <p14:tracePt t="31139" x="2401888" y="3471863"/>
          <p14:tracePt t="31145" x="2411413" y="3471863"/>
          <p14:tracePt t="31156" x="2420938" y="3471863"/>
          <p14:tracePt t="31170" x="2439988" y="3462338"/>
          <p14:tracePt t="31177" x="2449513" y="3462338"/>
          <p14:tracePt t="31186" x="2459038" y="3462338"/>
          <p14:tracePt t="31191" x="2468563" y="3462338"/>
          <p14:tracePt t="31200" x="2478088" y="3462338"/>
          <p14:tracePt t="31216" x="2487613" y="3462338"/>
          <p14:tracePt t="31227" x="2497138" y="3462338"/>
          <p14:tracePt t="31249" x="2505075" y="3462338"/>
          <p14:tracePt t="31275" x="2524125" y="3462338"/>
          <p14:tracePt t="31311" x="2533650" y="3462338"/>
          <p14:tracePt t="31381" x="2543175" y="3462338"/>
          <p14:tracePt t="31415" x="2552700" y="3462338"/>
          <p14:tracePt t="31450" x="2562225" y="3462338"/>
          <p14:tracePt t="31974" x="2543175" y="3452813"/>
          <p14:tracePt t="31982" x="2514600" y="3433763"/>
          <p14:tracePt t="31992" x="2497138" y="3424238"/>
          <p14:tracePt t="32004" x="2459038" y="3414713"/>
          <p14:tracePt t="32010" x="2439988" y="3395663"/>
          <p14:tracePt t="32017" x="2420938" y="3386138"/>
          <p14:tracePt t="32022" x="2392363" y="3348038"/>
          <p14:tracePt t="32034" x="2344738" y="3311525"/>
          <p14:tracePt t="32040" x="2316163" y="3292475"/>
          <p14:tracePt t="32048" x="2279650" y="3244850"/>
          <p14:tracePt t="32055" x="2241550" y="3178175"/>
          <p14:tracePt t="32062" x="2222500" y="3159125"/>
          <p14:tracePt t="32069" x="2184400" y="3101975"/>
          <p14:tracePt t="32076" x="2165350" y="3065463"/>
          <p14:tracePt t="32084" x="2155825" y="3055938"/>
          <p14:tracePt t="32093" x="2117725" y="3017838"/>
          <p14:tracePt t="32105" x="2108200" y="2998788"/>
          <p14:tracePt t="32110" x="2098675" y="2998788"/>
          <p14:tracePt t="32119" x="2089150" y="2989263"/>
          <p14:tracePt t="32124" x="2079625" y="2979738"/>
          <p14:tracePt t="32137" x="2070100" y="2970213"/>
          <p14:tracePt t="32142" x="2052638" y="2970213"/>
          <p14:tracePt t="32166" x="2043113" y="2970213"/>
          <p14:tracePt t="32174" x="2043113" y="2960688"/>
          <p14:tracePt t="32190" x="2033588" y="2960688"/>
          <p14:tracePt t="32204" x="2033588" y="2951163"/>
          <p14:tracePt t="32240" x="2033588" y="2941638"/>
          <p14:tracePt t="32310" x="2033588" y="2922588"/>
          <p14:tracePt t="32317" x="2043113" y="2913063"/>
          <p14:tracePt t="32325" x="2070100" y="2903538"/>
          <p14:tracePt t="32333" x="2079625" y="2894013"/>
          <p14:tracePt t="32340" x="2089150" y="2894013"/>
          <p14:tracePt t="32348" x="2098675" y="2894013"/>
          <p14:tracePt t="32436" x="2079625" y="2884488"/>
          <p14:tracePt t="32445" x="2014538" y="2874963"/>
          <p14:tracePt t="32451" x="1985963" y="2874963"/>
          <p14:tracePt t="32457" x="1957388" y="2874963"/>
          <p14:tracePt t="32466" x="1919288" y="2874963"/>
          <p14:tracePt t="32471" x="1900238" y="2874963"/>
          <p14:tracePt t="32478" x="1881188" y="2874963"/>
          <p14:tracePt t="32485" x="1871663" y="2874963"/>
          <p14:tracePt t="32492" x="1862138" y="2874963"/>
          <p14:tracePt t="32500" x="1852613" y="2874963"/>
          <p14:tracePt t="32507" x="1835150" y="2874963"/>
          <p14:tracePt t="32520" x="1825625" y="2874963"/>
          <p14:tracePt t="32569" x="1825625" y="2865438"/>
          <p14:tracePt t="32576" x="1862138" y="2857500"/>
          <p14:tracePt t="32583" x="1909763" y="2847975"/>
          <p14:tracePt t="32590" x="1976438" y="2809875"/>
          <p14:tracePt t="32603" x="2062163" y="2781300"/>
          <p14:tracePt t="32612" x="2098675" y="2771775"/>
          <p14:tracePt t="32619" x="2127250" y="2771775"/>
          <p14:tracePt t="32625" x="2146300" y="2762250"/>
          <p14:tracePt t="32632" x="2165350" y="2762250"/>
          <p14:tracePt t="32639" x="2184400" y="2762250"/>
          <p14:tracePt t="32649" x="2193925" y="2762250"/>
          <p14:tracePt t="32655" x="2203450" y="2762250"/>
          <p14:tracePt t="32689" x="2212975" y="2762250"/>
          <p14:tracePt t="32792" x="2222500" y="2762250"/>
          <p14:tracePt t="32827" x="2232025" y="2762250"/>
          <p14:tracePt t="32841" x="2241550" y="2762250"/>
          <p14:tracePt t="32849" x="2251075" y="2762250"/>
          <p14:tracePt t="32855" x="2279650" y="2762250"/>
          <p14:tracePt t="32869" x="2297113" y="2752725"/>
          <p14:tracePt t="32876" x="2316163" y="2743200"/>
          <p14:tracePt t="32883" x="2363788" y="2733675"/>
          <p14:tracePt t="32889" x="2392363" y="2733675"/>
          <p14:tracePt t="32899" x="2420938" y="2733675"/>
          <p14:tracePt t="32905" x="2497138" y="2733675"/>
          <p14:tracePt t="32912" x="2514600" y="2733675"/>
          <p14:tracePt t="32919" x="2543175" y="2724150"/>
          <p14:tracePt t="32925" x="2562225" y="2724150"/>
          <p14:tracePt t="32932" x="2581275" y="2724150"/>
          <p14:tracePt t="32938" x="2600325" y="2724150"/>
          <p14:tracePt t="32950" x="2619375" y="2724150"/>
          <p14:tracePt t="32955" x="2628900" y="2724150"/>
          <p14:tracePt t="32960" x="2638425" y="2724150"/>
          <p14:tracePt t="32967" x="2647950" y="2724150"/>
          <p14:tracePt t="32994" x="2657475" y="2724150"/>
          <p14:tracePt t="33023" x="2667000" y="2724150"/>
          <p14:tracePt t="33057" x="2676525" y="2724150"/>
          <p14:tracePt t="33092" x="2686050" y="2724150"/>
          <p14:tracePt t="33120" x="2695575" y="2724150"/>
          <p14:tracePt t="33135" x="2705100" y="2724150"/>
          <p14:tracePt t="33141" x="2714625" y="2724150"/>
          <p14:tracePt t="33156" x="2732088" y="2724150"/>
          <p14:tracePt t="33166" x="2741613" y="2724150"/>
          <p14:tracePt t="33172" x="2751138" y="2724150"/>
          <p14:tracePt t="33178" x="2760663" y="2724150"/>
          <p14:tracePt t="33205" x="2770188" y="2724150"/>
          <p14:tracePt t="33214" x="2779713" y="2724150"/>
          <p14:tracePt t="33221" x="2789238" y="2724150"/>
          <p14:tracePt t="33227" x="2798763" y="2724150"/>
          <p14:tracePt t="33234" x="2817813" y="2724150"/>
          <p14:tracePt t="33253" x="2827338" y="2724150"/>
          <p14:tracePt t="33260" x="2836863" y="2724150"/>
          <p14:tracePt t="33267" x="2846388" y="2724150"/>
          <p14:tracePt t="33288" x="2855913" y="2724150"/>
          <p14:tracePt t="33309" x="2865438" y="2724150"/>
          <p14:tracePt t="33318" x="2874963" y="2724150"/>
          <p14:tracePt t="33332" x="2894013" y="2733675"/>
          <p14:tracePt t="33338" x="2913063" y="2743200"/>
          <p14:tracePt t="33344" x="2922588" y="2752725"/>
          <p14:tracePt t="33352" x="2932113" y="2752725"/>
          <p14:tracePt t="33357" x="2940050" y="2752725"/>
          <p14:tracePt t="33367" x="2949575" y="2762250"/>
          <p14:tracePt t="33371" x="2959100" y="2771775"/>
          <p14:tracePt t="33387" x="2959100" y="2781300"/>
          <p14:tracePt t="33402" x="2959100" y="2790825"/>
          <p14:tracePt t="33407" x="2978150" y="2790825"/>
          <p14:tracePt t="33416" x="2978150" y="2809875"/>
          <p14:tracePt t="33422" x="2987675" y="2809875"/>
          <p14:tracePt t="33436" x="2987675" y="2819400"/>
          <p14:tracePt t="33442" x="2997200" y="2819400"/>
          <p14:tracePt t="33456" x="3006725" y="2819400"/>
          <p14:tracePt t="33485" x="3016250" y="2819400"/>
          <p14:tracePt t="33490" x="3016250" y="2828925"/>
          <p14:tracePt t="33504" x="3016250" y="2838450"/>
          <p14:tracePt t="33520" x="3025775" y="2838450"/>
          <p14:tracePt t="33526" x="3025775" y="2847975"/>
          <p14:tracePt t="33554" x="3025775" y="2857500"/>
          <p14:tracePt t="33588" x="3025775" y="2865438"/>
          <p14:tracePt t="33624" x="3025775" y="2874963"/>
          <p14:tracePt t="33653" x="3035300" y="2874963"/>
          <p14:tracePt t="33872" x="2997200" y="3017838"/>
          <p14:tracePt t="33882" x="2949575" y="3140075"/>
          <p14:tracePt t="33890" x="2903538" y="3225800"/>
          <p14:tracePt t="33898" x="2884488" y="3292475"/>
          <p14:tracePt t="33904" x="2855913" y="3319463"/>
          <p14:tracePt t="33910" x="2846388" y="3357563"/>
          <p14:tracePt t="33920" x="2836863" y="3395663"/>
          <p14:tracePt t="33927" x="2827338" y="3424238"/>
          <p14:tracePt t="33933" x="2808288" y="3462338"/>
          <p14:tracePt t="33941" x="2798763" y="3490913"/>
          <p14:tracePt t="33950" x="2789238" y="3509963"/>
          <p14:tracePt t="33958" x="2779713" y="3529013"/>
          <p14:tracePt t="33967" x="2779713" y="3538538"/>
          <p14:tracePt t="33973" x="2779713" y="3546475"/>
          <p14:tracePt t="33986" x="2779713" y="3556000"/>
          <p14:tracePt t="33994" x="2770188" y="3575050"/>
          <p14:tracePt t="34007" x="2770188" y="3584575"/>
          <p14:tracePt t="34022" x="2770188" y="3594100"/>
          <p14:tracePt t="34032" x="2760663" y="3603625"/>
          <p14:tracePt t="34038" x="2751138" y="3613150"/>
          <p14:tracePt t="34044" x="2741613" y="3613150"/>
          <p14:tracePt t="34052" x="2741613" y="3622675"/>
          <p14:tracePt t="34059" x="2741613" y="3632200"/>
          <p14:tracePt t="34067" x="2722563" y="3641725"/>
          <p14:tracePt t="34073" x="2722563" y="3660775"/>
          <p14:tracePt t="34078" x="2722563" y="3670300"/>
          <p14:tracePt t="34085" x="2714625" y="3679825"/>
          <p14:tracePt t="34090" x="2714625" y="3689350"/>
          <p14:tracePt t="34182" x="2732088" y="3689350"/>
          <p14:tracePt t="34189" x="2751138" y="3679825"/>
          <p14:tracePt t="34197" x="2770188" y="3670300"/>
          <p14:tracePt t="34204" x="2789238" y="3660775"/>
          <p14:tracePt t="34212" x="2808288" y="3641725"/>
          <p14:tracePt t="34219" x="2836863" y="3632200"/>
          <p14:tracePt t="34227" x="2855913" y="3622675"/>
          <p14:tracePt t="34234" x="2894013" y="3603625"/>
          <p14:tracePt t="34244" x="2913063" y="3594100"/>
          <p14:tracePt t="34252" x="2940050" y="3584575"/>
          <p14:tracePt t="34259" x="2987675" y="3565525"/>
          <p14:tracePt t="34269" x="2997200" y="3565525"/>
          <p14:tracePt t="34277" x="3006725" y="3546475"/>
          <p14:tracePt t="34285" x="3016250" y="3538538"/>
          <p14:tracePt t="34295" x="3035300" y="3529013"/>
          <p14:tracePt t="34303" x="3044825" y="3529013"/>
          <p14:tracePt t="34308" x="3044825" y="3519488"/>
          <p14:tracePt t="34316" x="3054350" y="3519488"/>
          <p14:tracePt t="34324" x="3063875" y="3519488"/>
          <p14:tracePt t="34338" x="3073400" y="3519488"/>
          <p14:tracePt t="34346" x="3082925" y="3519488"/>
          <p14:tracePt t="34367" x="3101975" y="3509963"/>
          <p14:tracePt t="34386" x="3111500" y="3509963"/>
          <p14:tracePt t="34402" x="3111500" y="3500438"/>
          <p14:tracePt t="34450" x="3121025" y="3500438"/>
          <p14:tracePt t="34477" x="3130550" y="3500438"/>
          <p14:tracePt t="34512" x="3140075" y="3500438"/>
          <p14:tracePt t="34577" x="3149600" y="3500438"/>
          <p14:tracePt t="34610" x="3157538" y="3500438"/>
          <p14:tracePt t="34630" x="3167063" y="3500438"/>
          <p14:tracePt t="34644" x="3176588" y="3500438"/>
          <p14:tracePt t="34658" x="3186113" y="3500438"/>
          <p14:tracePt t="34682" x="3195638" y="3500438"/>
          <p14:tracePt t="34702" x="3205163" y="3500438"/>
          <p14:tracePt t="35547" x="3252788" y="3490913"/>
          <p14:tracePt t="35554" x="3319463" y="3481388"/>
          <p14:tracePt t="35560" x="3348038" y="3471863"/>
          <p14:tracePt t="35566" x="3375025" y="3462338"/>
          <p14:tracePt t="35574" x="3394075" y="3462338"/>
          <p14:tracePt t="35583" x="3413125" y="3462338"/>
          <p14:tracePt t="35588" x="3422650" y="3462338"/>
          <p14:tracePt t="35599" x="3432175" y="3462338"/>
          <p14:tracePt t="35622" x="3441700" y="3462338"/>
          <p14:tracePt t="35657" x="3451225" y="3462338"/>
          <p14:tracePt t="35686" x="3460750" y="3462338"/>
          <p14:tracePt t="35734" x="3479800" y="3452813"/>
          <p14:tracePt t="35741" x="3517900" y="3443288"/>
          <p14:tracePt t="35750" x="3546475" y="3433763"/>
          <p14:tracePt t="35755" x="3575050" y="3424238"/>
          <p14:tracePt t="35766" x="3611563" y="3395663"/>
          <p14:tracePt t="35772" x="3621088" y="3395663"/>
          <p14:tracePt t="35777" x="3630613" y="3395663"/>
          <p14:tracePt t="35785" x="3649663" y="3395663"/>
          <p14:tracePt t="35792" x="3659188" y="3395663"/>
          <p14:tracePt t="35800" x="3678238" y="3395663"/>
          <p14:tracePt t="35806" x="3697288" y="3395663"/>
          <p14:tracePt t="35815" x="3716338" y="3395663"/>
          <p14:tracePt t="35827" x="3735388" y="3386138"/>
          <p14:tracePt t="35834" x="3754438" y="3386138"/>
          <p14:tracePt t="35839" x="3783013" y="3386138"/>
          <p14:tracePt t="35849" x="3838575" y="3386138"/>
          <p14:tracePt t="35854" x="3857625" y="3386138"/>
          <p14:tracePt t="35860" x="3905250" y="3386138"/>
          <p14:tracePt t="35869" x="3924300" y="3386138"/>
          <p14:tracePt t="35874" x="3943350" y="3386138"/>
          <p14:tracePt t="35883" x="3952875" y="3386138"/>
          <p14:tracePt t="35899" x="3962400" y="3386138"/>
          <p14:tracePt t="35932" x="3981450" y="3386138"/>
          <p14:tracePt t="35967" x="3990975" y="3386138"/>
          <p14:tracePt t="36002" x="4000500" y="3386138"/>
          <p14:tracePt t="36035" x="4010025" y="3386138"/>
          <p14:tracePt t="36077" x="4019550" y="3386138"/>
          <p14:tracePt t="36126" x="4037013" y="3386138"/>
          <p14:tracePt t="36133" x="4046538" y="3386138"/>
          <p14:tracePt t="36447" x="4000500" y="3414713"/>
          <p14:tracePt t="36454" x="3905250" y="3452813"/>
          <p14:tracePt t="36465" x="3744913" y="3546475"/>
          <p14:tracePt t="36470" x="3659188" y="3594100"/>
          <p14:tracePt t="36478" x="3575050" y="3632200"/>
          <p14:tracePt t="36483" x="3508375" y="3670300"/>
          <p14:tracePt t="36491" x="3432175" y="3698875"/>
          <p14:tracePt t="36498" x="3384550" y="3708400"/>
          <p14:tracePt t="36508" x="3281363" y="3736975"/>
          <p14:tracePt t="36515" x="3186113" y="3756025"/>
          <p14:tracePt t="36523" x="3054350" y="3773488"/>
          <p14:tracePt t="36528" x="2997200" y="3773488"/>
          <p14:tracePt t="36536" x="2894013" y="3802063"/>
          <p14:tracePt t="36546" x="2722563" y="3811588"/>
          <p14:tracePt t="36554" x="2619375" y="3821113"/>
          <p14:tracePt t="36559" x="2562225" y="3821113"/>
          <p14:tracePt t="36567" x="2524125" y="3821113"/>
          <p14:tracePt t="36574" x="2468563" y="3821113"/>
          <p14:tracePt t="36584" x="2363788" y="3840163"/>
          <p14:tracePt t="36588" x="2212975" y="3840163"/>
          <p14:tracePt t="36593" x="2117725" y="3849688"/>
          <p14:tracePt t="36601" x="2005013" y="3868738"/>
          <p14:tracePt t="36607" x="1909763" y="3878263"/>
          <p14:tracePt t="36615" x="1825625" y="3897313"/>
          <p14:tracePt t="36623" x="1768475" y="3906838"/>
          <p14:tracePt t="36634" x="1720850" y="3916363"/>
          <p14:tracePt t="36643" x="1644650" y="3954463"/>
          <p14:tracePt t="36651" x="1617663" y="3963988"/>
          <p14:tracePt t="36657" x="1598613" y="3963988"/>
          <p14:tracePt t="36666" x="1589088" y="3963988"/>
          <p14:tracePt t="36675" x="1579563" y="3963988"/>
          <p14:tracePt t="36682" x="1570038" y="3963988"/>
          <p14:tracePt t="36692" x="1560513" y="3963988"/>
          <p14:tracePt t="36699" x="1550988" y="3963988"/>
          <p14:tracePt t="37379" x="1560513" y="3963988"/>
          <p14:tracePt t="37399" x="1560513" y="3954463"/>
          <p14:tracePt t="37405" x="1570038" y="3954463"/>
          <p14:tracePt t="37434" x="1579563" y="3954463"/>
          <p14:tracePt t="37462" x="1579563" y="3944938"/>
          <p14:tracePt t="37470" x="1589088" y="3944938"/>
          <p14:tracePt t="37503" x="1608138" y="3944938"/>
          <p14:tracePt t="37538" x="1617663" y="3944938"/>
          <p14:tracePt t="37551" x="1617663" y="3935413"/>
          <p14:tracePt t="37594" x="1627188" y="3935413"/>
          <p14:tracePt t="37616" x="1635125" y="3935413"/>
          <p14:tracePt t="37623" x="1644650" y="3935413"/>
          <p14:tracePt t="37631" x="1654175" y="3935413"/>
          <p14:tracePt t="37640" x="1654175" y="3925888"/>
          <p14:tracePt t="37651" x="1663700" y="3925888"/>
          <p14:tracePt t="37671" x="1663700" y="3916363"/>
          <p14:tracePt t="37686" x="1682750" y="3916363"/>
          <p14:tracePt t="37706" x="1692275" y="3916363"/>
          <p14:tracePt t="37720" x="1701800" y="3916363"/>
          <p14:tracePt t="37727" x="1711325" y="3897313"/>
          <p14:tracePt t="37737" x="1720850" y="3897313"/>
          <p14:tracePt t="37750" x="1730375" y="3897313"/>
          <p14:tracePt t="37756" x="1739900" y="3887788"/>
          <p14:tracePt t="37763" x="1739900" y="3878263"/>
          <p14:tracePt t="37770" x="1749425" y="3878263"/>
          <p14:tracePt t="37775" x="1778000" y="3878263"/>
          <p14:tracePt t="37783" x="1797050" y="3868738"/>
          <p14:tracePt t="37789" x="1806575" y="3868738"/>
          <p14:tracePt t="37800" x="1816100" y="3868738"/>
          <p14:tracePt t="37806" x="1825625" y="3868738"/>
          <p14:tracePt t="37815" x="1835150" y="3868738"/>
          <p14:tracePt t="37831" x="1852613" y="3868738"/>
          <p14:tracePt t="37855" x="1862138" y="3868738"/>
          <p14:tracePt t="37884" x="1871663" y="3868738"/>
          <p14:tracePt t="37908" x="1881188" y="3868738"/>
          <p14:tracePt t="37943" x="1890713" y="3868738"/>
          <p14:tracePt t="37957" x="1890713" y="3859213"/>
          <p14:tracePt t="38000" x="1900238" y="3859213"/>
          <p14:tracePt t="38013" x="1909763" y="3859213"/>
          <p14:tracePt t="38020" x="1919288" y="3859213"/>
          <p14:tracePt t="38035" x="1938338" y="3859213"/>
          <p14:tracePt t="38050" x="1947863" y="3859213"/>
          <p14:tracePt t="38069" x="1957388" y="3859213"/>
          <p14:tracePt t="38125" x="1966913" y="3859213"/>
          <p14:tracePt t="38163" x="1976438" y="3859213"/>
          <p14:tracePt t="38195" x="1985963" y="3859213"/>
          <p14:tracePt t="38217" x="1985963" y="3849688"/>
          <p14:tracePt t="38230" x="1995488" y="3849688"/>
          <p14:tracePt t="38307" x="2005013" y="3849688"/>
          <p14:tracePt t="38391" x="2024063" y="3849688"/>
          <p14:tracePt t="38469" x="2033588" y="3849688"/>
          <p14:tracePt t="38523" x="2043113" y="3849688"/>
          <p14:tracePt t="38590" x="2052638" y="3849688"/>
          <p14:tracePt t="38649" x="2062163" y="3849688"/>
          <p14:tracePt t="38684" x="2070100" y="3849688"/>
          <p14:tracePt t="38726" x="2079625" y="3849688"/>
          <p14:tracePt t="38749" x="2098675" y="3849688"/>
          <p14:tracePt t="38769" x="2108200" y="3849688"/>
          <p14:tracePt t="38776" x="2117725" y="3849688"/>
          <p14:tracePt t="38789" x="2127250" y="3849688"/>
          <p14:tracePt t="38803" x="2136775" y="3849688"/>
          <p14:tracePt t="38810" x="2136775" y="3859213"/>
          <p14:tracePt t="38824" x="2136775" y="3868738"/>
          <p14:tracePt t="38838" x="2146300" y="3868738"/>
          <p14:tracePt t="38849" x="2146300" y="3878263"/>
          <p14:tracePt t="38868" x="2155825" y="3878263"/>
          <p14:tracePt t="38882" x="2155825" y="3887788"/>
          <p14:tracePt t="38887" x="2165350" y="3887788"/>
          <p14:tracePt t="38908" x="2184400" y="3887788"/>
          <p14:tracePt t="38915" x="2193925" y="3906838"/>
          <p14:tracePt t="38922" x="2203450" y="3906838"/>
          <p14:tracePt t="38931" x="2212975" y="3906838"/>
          <p14:tracePt t="38938" x="2232025" y="3906838"/>
          <p14:tracePt t="38943" x="2241550" y="3906838"/>
          <p14:tracePt t="38951" x="2251075" y="3906838"/>
          <p14:tracePt t="38957" x="2279650" y="3906838"/>
          <p14:tracePt t="38965" x="2297113" y="3906838"/>
          <p14:tracePt t="38971" x="2306638" y="3906838"/>
          <p14:tracePt t="38981" x="2316163" y="3906838"/>
          <p14:tracePt t="38991" x="2325688" y="3906838"/>
          <p14:tracePt t="39015" x="2335213" y="3906838"/>
          <p14:tracePt t="39048" x="2354263" y="3906838"/>
          <p14:tracePt t="39167" x="2363788" y="3906838"/>
          <p14:tracePt t="39202" x="2373313" y="3906838"/>
          <p14:tracePt t="39237" x="2382838" y="3906838"/>
          <p14:tracePt t="39301" x="2392363" y="3906838"/>
          <p14:tracePt t="39320" x="2401888" y="3906838"/>
          <p14:tracePt t="39335" x="2411413" y="3906838"/>
          <p14:tracePt t="39341" x="2420938" y="3906838"/>
          <p14:tracePt t="39363" x="2439988" y="3906838"/>
          <p14:tracePt t="39385" x="2449513" y="3897313"/>
          <p14:tracePt t="39413" x="2449513" y="3887788"/>
          <p14:tracePt t="39440" x="2459038" y="3887788"/>
          <p14:tracePt t="39448" x="2459038" y="3878263"/>
          <p14:tracePt t="39474" x="2468563" y="3878263"/>
          <p14:tracePt t="39482" x="2468563" y="3868738"/>
          <p14:tracePt t="39510" x="2478088" y="3868738"/>
          <p14:tracePt t="39537" x="2487613" y="3868738"/>
          <p14:tracePt t="39551" x="2487613" y="3859213"/>
          <p14:tracePt t="39571" x="2497138" y="3859213"/>
          <p14:tracePt t="47141" x="2505075" y="3840163"/>
          <p14:tracePt t="47151" x="2524125" y="3811588"/>
          <p14:tracePt t="47156" x="2543175" y="3792538"/>
          <p14:tracePt t="47164" x="2562225" y="3783013"/>
          <p14:tracePt t="47168" x="2571750" y="3773488"/>
          <p14:tracePt t="47180" x="2600325" y="3746500"/>
          <p14:tracePt t="47183" x="2619375" y="3736975"/>
          <p14:tracePt t="47191" x="2638425" y="3727450"/>
          <p14:tracePt t="47198" x="2647950" y="3727450"/>
          <p14:tracePt t="47205" x="2657475" y="3727450"/>
          <p14:tracePt t="47212" x="2667000" y="3727450"/>
          <p14:tracePt t="47239" x="2676525" y="3727450"/>
          <p14:tracePt t="47275" x="2686050" y="3727450"/>
          <p14:tracePt t="47379" x="2695575" y="3727450"/>
          <p14:tracePt t="47408" x="2705100" y="3727450"/>
          <p14:tracePt t="47442" x="2714625" y="3727450"/>
          <p14:tracePt t="47478" x="2722563" y="3727450"/>
          <p14:tracePt t="53683" x="2732088" y="3727450"/>
          <p14:tracePt t="53693" x="2741613" y="3736975"/>
          <p14:tracePt t="53697" x="2741613" y="3756025"/>
          <p14:tracePt t="53705" x="2741613" y="3783013"/>
          <p14:tracePt t="53714" x="2741613" y="3830638"/>
          <p14:tracePt t="53719" x="2741613" y="3887788"/>
          <p14:tracePt t="53732" x="2741613" y="3963988"/>
          <p14:tracePt t="53737" x="2741613" y="4010025"/>
          <p14:tracePt t="53743" x="2732088" y="4086225"/>
          <p14:tracePt t="53753" x="2722563" y="4133850"/>
          <p14:tracePt t="53757" x="2722563" y="4162425"/>
          <p14:tracePt t="53763" x="2705100" y="4191000"/>
          <p14:tracePt t="53769" x="2705100" y="4200525"/>
          <p14:tracePt t="53775" x="2705100" y="4210050"/>
          <p14:tracePt t="53783" x="2705100" y="4219575"/>
          <p14:tracePt t="53789" x="2705100" y="4229100"/>
          <p14:tracePt t="53802" x="2705100" y="4237038"/>
          <p14:tracePt t="53818" x="2695575" y="4246563"/>
          <p14:tracePt t="53823" x="2686050" y="4265613"/>
          <p14:tracePt t="53832" x="2676525" y="4275138"/>
          <p14:tracePt t="53838" x="2667000" y="4275138"/>
          <p14:tracePt t="53847" x="2657475" y="4284663"/>
          <p14:tracePt t="53853" x="2628900" y="4284663"/>
          <p14:tracePt t="53858" x="2609850" y="4284663"/>
          <p14:tracePt t="53867" x="2590800" y="4294188"/>
          <p14:tracePt t="53872" x="2562225" y="4294188"/>
          <p14:tracePt t="53881" x="2524125" y="4294188"/>
          <p14:tracePt t="53888" x="2487613" y="4303713"/>
          <p14:tracePt t="53894" x="2459038" y="4313238"/>
          <p14:tracePt t="53902" x="2420938" y="4313238"/>
          <p14:tracePt t="53908" x="2382838" y="4313238"/>
          <p14:tracePt t="53916" x="2354263" y="4313238"/>
          <p14:tracePt t="53924" x="2325688" y="4313238"/>
          <p14:tracePt t="53932" x="2316163" y="4313238"/>
          <p14:tracePt t="53938" x="2297113" y="4313238"/>
          <p14:tracePt t="53949" x="2287588" y="4313238"/>
          <p14:tracePt t="53956" x="2279650" y="4313238"/>
          <p14:tracePt t="53964" x="2270125" y="4313238"/>
          <p14:tracePt t="53985" x="2251075" y="4313238"/>
          <p14:tracePt t="54006" x="2241550" y="4313238"/>
          <p14:tracePt t="54020" x="2232025" y="4313238"/>
          <p14:tracePt t="54035" x="2222500" y="4313238"/>
          <p14:tracePt t="54040" x="2212975" y="4313238"/>
          <p14:tracePt t="54048" x="2203450" y="4313238"/>
          <p14:tracePt t="54053" x="2193925" y="4313238"/>
          <p14:tracePt t="54062" x="2184400" y="4313238"/>
          <p14:tracePt t="54068" x="2165350" y="4313238"/>
          <p14:tracePt t="54084" x="2155825" y="4313238"/>
          <p14:tracePt t="54089" x="2146300" y="4313238"/>
          <p14:tracePt t="54096" x="2136775" y="4313238"/>
          <p14:tracePt t="54103" x="2127250" y="4313238"/>
          <p14:tracePt t="54113" x="2117725" y="4313238"/>
          <p14:tracePt t="54124" x="2108200" y="4313238"/>
          <p14:tracePt t="54132" x="2089150" y="4303713"/>
          <p14:tracePt t="54138" x="2079625" y="4294188"/>
          <p14:tracePt t="54145" x="2070100" y="4284663"/>
          <p14:tracePt t="54152" x="2062163" y="4284663"/>
          <p14:tracePt t="54163" x="2043113" y="4256088"/>
          <p14:tracePt t="54172" x="2033588" y="4246563"/>
          <p14:tracePt t="54177" x="2024063" y="4237038"/>
          <p14:tracePt t="54185" x="1995488" y="4229100"/>
          <p14:tracePt t="54191" x="1995488" y="4219575"/>
          <p14:tracePt t="54197" x="1976438" y="4210050"/>
          <p14:tracePt t="54205" x="1966913" y="4200525"/>
          <p14:tracePt t="54211" x="1957388" y="4200525"/>
          <p14:tracePt t="54216" x="1947863" y="4200525"/>
          <p14:tracePt t="54221" x="1938338" y="4191000"/>
          <p14:tracePt t="54231" x="1928813" y="4191000"/>
          <p14:tracePt t="54236" x="1919288" y="4191000"/>
          <p14:tracePt t="54247" x="1909763" y="4191000"/>
          <p14:tracePt t="54252" x="1900238" y="4171950"/>
          <p14:tracePt t="54258" x="1890713" y="4171950"/>
          <p14:tracePt t="54270" x="1881188" y="4171950"/>
          <p14:tracePt t="54307" x="1871663" y="4171950"/>
          <p14:tracePt t="54314" x="1871663" y="4162425"/>
          <p14:tracePt t="54341" x="1862138" y="4162425"/>
          <p14:tracePt t="54349" x="1862138" y="4152900"/>
          <p14:tracePt t="54369" x="1852613" y="4152900"/>
          <p14:tracePt t="54384" x="1852613" y="4143375"/>
          <p14:tracePt t="54397" x="1835150" y="4143375"/>
          <p14:tracePt t="54418" x="1835150" y="4133850"/>
          <p14:tracePt t="54433" x="1825625" y="4133850"/>
          <p14:tracePt t="54452" x="1825625" y="4124325"/>
          <p14:tracePt t="54467" x="1816100" y="4124325"/>
          <p14:tracePt t="54489" x="1816100" y="4114800"/>
          <p14:tracePt t="54522" x="1806575" y="4114800"/>
          <p14:tracePt t="54550" x="1806575" y="4095750"/>
          <p14:tracePt t="54592" x="1797050" y="4086225"/>
          <p14:tracePt t="54628" x="1787525" y="4076700"/>
          <p14:tracePt t="54656" x="1778000" y="4076700"/>
          <p14:tracePt t="54669" x="1778000" y="4067175"/>
          <p14:tracePt t="54704" x="1778000" y="4057650"/>
          <p14:tracePt t="54712" x="1768475" y="4057650"/>
          <p14:tracePt t="54810" x="1768475" y="4048125"/>
          <p14:tracePt t="54887" x="1768475" y="4038600"/>
          <p14:tracePt t="54921" x="1768475" y="4029075"/>
          <p14:tracePt t="54985" x="1768475" y="4019550"/>
          <p14:tracePt t="55137" x="1768475" y="4000500"/>
          <p14:tracePt t="55270" x="1778000" y="3992563"/>
          <p14:tracePt t="55279" x="1816100" y="3973513"/>
          <p14:tracePt t="55287" x="1844675" y="3963988"/>
          <p14:tracePt t="55294" x="1881188" y="3954463"/>
          <p14:tracePt t="55300" x="1900238" y="3944938"/>
          <p14:tracePt t="55305" x="1928813" y="3935413"/>
          <p14:tracePt t="55312" x="1938338" y="3935413"/>
          <p14:tracePt t="55322" x="1957388" y="3935413"/>
          <p14:tracePt t="55333" x="1976438" y="3935413"/>
          <p14:tracePt t="55340" x="1985963" y="3935413"/>
          <p14:tracePt t="55348" x="1995488" y="3935413"/>
          <p14:tracePt t="55378" x="2005013" y="3935413"/>
          <p14:tracePt t="55444" x="2014538" y="3935413"/>
          <p14:tracePt t="55481" x="2024063" y="3935413"/>
          <p14:tracePt t="55509" x="2043113" y="3935413"/>
          <p14:tracePt t="55543" x="2052638" y="3935413"/>
          <p14:tracePt t="55580" x="2062163" y="3935413"/>
          <p14:tracePt t="55606" x="2070100" y="3935413"/>
          <p14:tracePt t="55677" x="2079625" y="3935413"/>
          <p14:tracePt t="55698" x="2079625" y="3944938"/>
          <p14:tracePt t="55711" x="2089150" y="3944938"/>
          <p14:tracePt t="55734" x="2098675" y="3954463"/>
          <p14:tracePt t="55762" x="2098675" y="3963988"/>
          <p14:tracePt t="55769" x="2108200" y="3963988"/>
          <p14:tracePt t="55795" x="2127250" y="3973513"/>
          <p14:tracePt t="55830" x="2136775" y="3983038"/>
          <p14:tracePt t="55866" x="2136775" y="4000500"/>
          <p14:tracePt t="55900" x="2146300" y="4010025"/>
          <p14:tracePt t="55930" x="2155825" y="4010025"/>
          <p14:tracePt t="55941" x="2165350" y="4010025"/>
          <p14:tracePt t="55956" x="2174875" y="4010025"/>
          <p14:tracePt t="55969" x="2174875" y="4019550"/>
          <p14:tracePt t="55982" x="2184400" y="4019550"/>
          <p14:tracePt t="56013" x="2193925" y="4019550"/>
          <p14:tracePt t="56028" x="2193925" y="4029075"/>
          <p14:tracePt t="56036" x="2203450" y="4029075"/>
          <p14:tracePt t="56040" x="2212975" y="4029075"/>
          <p14:tracePt t="56048" x="2222500" y="4029075"/>
          <p14:tracePt t="56054" x="2232025" y="4029075"/>
          <p14:tracePt t="56062" x="2241550" y="4029075"/>
          <p14:tracePt t="56068" x="2260600" y="4038600"/>
          <p14:tracePt t="56074" x="2270125" y="4038600"/>
          <p14:tracePt t="56082" x="2287588" y="4038600"/>
          <p14:tracePt t="56088" x="2306638" y="4038600"/>
          <p14:tracePt t="56095" x="2325688" y="4048125"/>
          <p14:tracePt t="56101" x="2335213" y="4048125"/>
          <p14:tracePt t="56114" x="2344738" y="4048125"/>
          <p14:tracePt t="56119" x="2363788" y="4048125"/>
          <p14:tracePt t="56125" x="2382838" y="4048125"/>
          <p14:tracePt t="56133" x="2392363" y="4048125"/>
          <p14:tracePt t="56137" x="2401888" y="4048125"/>
          <p14:tracePt t="56152" x="2411413" y="4048125"/>
          <p14:tracePt t="56158" x="2420938" y="4048125"/>
          <p14:tracePt t="56172" x="2430463" y="4048125"/>
          <p14:tracePt t="56186" x="2439988" y="4048125"/>
          <p14:tracePt t="56221" x="2449513" y="4048125"/>
          <p14:tracePt t="56306" x="2459038" y="4048125"/>
          <p14:tracePt t="56335" x="2459038" y="4057650"/>
          <p14:tracePt t="56382" x="2468563" y="4057650"/>
          <p14:tracePt t="56413" x="2478088" y="4057650"/>
          <p14:tracePt t="56446" x="2487613" y="4057650"/>
          <p14:tracePt t="56480" x="2497138" y="4057650"/>
          <p14:tracePt t="56508" x="2505075" y="4057650"/>
          <p14:tracePt t="56522" x="2514600" y="4057650"/>
          <p14:tracePt t="56530" x="2514600" y="4067175"/>
          <p14:tracePt t="56536" x="2524125" y="4067175"/>
          <p14:tracePt t="56546" x="2543175" y="4067175"/>
          <p14:tracePt t="56566" x="2552700" y="4067175"/>
          <p14:tracePt t="56581" x="2562225" y="4067175"/>
          <p14:tracePt t="56591" x="2571750" y="4067175"/>
          <p14:tracePt t="56612" x="2581275" y="4067175"/>
          <p14:tracePt t="56631" x="2590800" y="4067175"/>
          <p14:tracePt t="56640" x="2600325" y="4067175"/>
          <p14:tracePt t="56648" x="2609850" y="4067175"/>
          <p14:tracePt t="56653" x="2628900" y="4067175"/>
          <p14:tracePt t="56667" x="2638425" y="4067175"/>
          <p14:tracePt t="56683" x="2647950" y="4067175"/>
          <p14:tracePt t="56690" x="2657475" y="4067175"/>
          <p14:tracePt t="56698" x="2667000" y="4067175"/>
          <p14:tracePt t="56703" x="2676525" y="4067175"/>
          <p14:tracePt t="56718" x="2686050" y="4067175"/>
          <p14:tracePt t="56733" x="2695575" y="4067175"/>
          <p14:tracePt t="56766" x="2705100" y="4067175"/>
          <p14:tracePt t="56796" x="2714625" y="4067175"/>
          <p14:tracePt t="56821" x="2722563" y="4067175"/>
          <p14:tracePt t="56858" x="2732088" y="4067175"/>
          <p14:tracePt t="56913" x="2741613" y="4067175"/>
          <p14:tracePt t="56956" x="2741613" y="4076700"/>
          <p14:tracePt t="56990" x="2741613" y="4086225"/>
          <p14:tracePt t="57052" x="2751138" y="4086225"/>
          <p14:tracePt t="57062" x="2751138" y="4095750"/>
          <p14:tracePt t="57074" x="2770188" y="4095750"/>
          <p14:tracePt t="57082" x="2779713" y="4095750"/>
          <p14:tracePt t="57088" x="2789238" y="4105275"/>
          <p14:tracePt t="57097" x="2798763" y="4105275"/>
          <p14:tracePt t="57103" x="2808288" y="4105275"/>
          <p14:tracePt t="57118" x="2817813" y="4105275"/>
          <p14:tracePt t="57137" x="2817813" y="4114800"/>
          <p14:tracePt t="57158" x="2827338" y="4114800"/>
          <p14:tracePt t="57172" x="2836863" y="4114800"/>
          <p14:tracePt t="57186" x="2855913" y="4124325"/>
          <p14:tracePt t="57201" x="2865438" y="4124325"/>
          <p14:tracePt t="57215" x="2874963" y="4124325"/>
          <p14:tracePt t="57228" x="2874963" y="4133850"/>
          <p14:tracePt t="57235" x="2884488" y="4133850"/>
          <p14:tracePt t="57264" x="2884488" y="4143375"/>
          <p14:tracePt t="57298" x="2894013" y="4143375"/>
          <p14:tracePt t="58940" x="2855913" y="4143375"/>
          <p14:tracePt t="58948" x="2827338" y="4143375"/>
          <p14:tracePt t="58955" x="2779713" y="4143375"/>
          <p14:tracePt t="58962" x="2760663" y="4143375"/>
          <p14:tracePt t="58968" x="2732088" y="4143375"/>
          <p14:tracePt t="58978" x="2705100" y="4143375"/>
          <p14:tracePt t="58984" x="2686050" y="4143375"/>
          <p14:tracePt t="58989" x="2667000" y="4143375"/>
          <p14:tracePt t="58996" x="2647950" y="4143375"/>
          <p14:tracePt t="59003" x="2628900" y="4143375"/>
          <p14:tracePt t="59013" x="2609850" y="4143375"/>
          <p14:tracePt t="59019" x="2590800" y="4143375"/>
          <p14:tracePt t="59024" x="2581275" y="4143375"/>
          <p14:tracePt t="59031" x="2571750" y="4143375"/>
          <p14:tracePt t="59037" x="2552700" y="4143375"/>
          <p14:tracePt t="59047" x="2514600" y="4133850"/>
          <p14:tracePt t="59051" x="2487613" y="4114800"/>
          <p14:tracePt t="59062" x="2439988" y="4095750"/>
          <p14:tracePt t="59067" x="2401888" y="4086225"/>
          <p14:tracePt t="59071" x="2363788" y="4076700"/>
          <p14:tracePt t="59082" x="2344738" y="4067175"/>
          <p14:tracePt t="59086" x="2325688" y="4057650"/>
          <p14:tracePt t="59095" x="2287588" y="4029075"/>
          <p14:tracePt t="59104" x="2279650" y="4019550"/>
          <p14:tracePt t="59111" x="2260600" y="4019550"/>
          <p14:tracePt t="59131" x="2203450" y="3992563"/>
          <p14:tracePt t="59137" x="2193925" y="3992563"/>
          <p14:tracePt t="59143" x="2174875" y="3983038"/>
          <p14:tracePt t="59152" x="2165350" y="3983038"/>
          <p14:tracePt t="59166" x="2155825" y="3973513"/>
          <p14:tracePt t="59171" x="2146300" y="3973513"/>
          <p14:tracePt t="59180" x="2136775" y="3973513"/>
          <p14:tracePt t="59186" x="2117725" y="3973513"/>
          <p14:tracePt t="59201" x="2117725" y="3963988"/>
          <p14:tracePt t="59213" x="2108200" y="3963988"/>
          <p14:tracePt t="59234" x="2108200" y="3954463"/>
          <p14:tracePt t="59248" x="2098675" y="3954463"/>
          <p14:tracePt t="59254" x="2098675" y="3935413"/>
          <p14:tracePt t="59268" x="2089150" y="3925888"/>
          <p14:tracePt t="59279" x="2079625" y="3916363"/>
          <p14:tracePt t="59286" x="2070100" y="3906838"/>
          <p14:tracePt t="59290" x="2062163" y="3897313"/>
          <p14:tracePt t="59299" x="2052638" y="3887788"/>
          <p14:tracePt t="59306" x="2033588" y="3878263"/>
          <p14:tracePt t="59318" x="2024063" y="3878263"/>
          <p14:tracePt t="59324" x="2014538" y="3868738"/>
          <p14:tracePt t="59333" x="2005013" y="3868738"/>
          <p14:tracePt t="59340" x="1995488" y="3868738"/>
          <p14:tracePt t="59346" x="1985963" y="3859213"/>
          <p14:tracePt t="59355" x="1976438" y="3849688"/>
          <p14:tracePt t="59363" x="1976438" y="3840163"/>
          <p14:tracePt t="59370" x="1957388" y="3830638"/>
          <p14:tracePt t="59375" x="1938338" y="3830638"/>
          <p14:tracePt t="59382" x="1928813" y="3821113"/>
          <p14:tracePt t="59389" x="1909763" y="3811588"/>
          <p14:tracePt t="59397" x="1900238" y="3811588"/>
          <p14:tracePt t="59404" x="1890713" y="3811588"/>
          <p14:tracePt t="59415" x="1881188" y="3802063"/>
          <p14:tracePt t="59419" x="1862138" y="3792538"/>
          <p14:tracePt t="59424" x="1852613" y="3783013"/>
          <p14:tracePt t="59431" x="1835150" y="3773488"/>
          <p14:tracePt t="59438" x="1825625" y="3765550"/>
          <p14:tracePt t="59446" x="1816100" y="3756025"/>
          <p14:tracePt t="59455" x="1806575" y="3756025"/>
          <p14:tracePt t="59463" x="1797050" y="3746500"/>
          <p14:tracePt t="59471" x="1778000" y="3746500"/>
          <p14:tracePt t="59479" x="1768475" y="3736975"/>
          <p14:tracePt t="59494" x="1758950" y="3736975"/>
          <p14:tracePt t="59507" x="1749425" y="3736975"/>
          <p14:tracePt t="59515" x="1749425" y="3727450"/>
          <p14:tracePt t="59541" x="1739900" y="3727450"/>
          <p14:tracePt t="59551" x="1739900" y="3717925"/>
          <p14:tracePt t="59580" x="1730375" y="3717925"/>
          <p14:tracePt t="59674" x="1730375" y="3708400"/>
          <p14:tracePt t="60232" x="1758950" y="3708400"/>
          <p14:tracePt t="60240" x="1797050" y="3708400"/>
          <p14:tracePt t="60246" x="1852613" y="3708400"/>
          <p14:tracePt t="60254" x="1881188" y="3708400"/>
          <p14:tracePt t="60262" x="1900238" y="3708400"/>
          <p14:tracePt t="60268" x="1928813" y="3708400"/>
          <p14:tracePt t="60279" x="1947863" y="3708400"/>
          <p14:tracePt t="60284" x="1966913" y="3708400"/>
          <p14:tracePt t="60288" x="1985963" y="3708400"/>
          <p14:tracePt t="60302" x="1995488" y="3708400"/>
          <p14:tracePt t="60311" x="2014538" y="3708400"/>
          <p14:tracePt t="60317" x="2024063" y="3708400"/>
          <p14:tracePt t="60324" x="2033588" y="3708400"/>
          <p14:tracePt t="60338" x="2043113" y="3708400"/>
          <p14:tracePt t="60372" x="2052638" y="3708400"/>
          <p14:tracePt t="60443" x="2062163" y="3708400"/>
          <p14:tracePt t="60708" x="2052638" y="3708400"/>
          <p14:tracePt t="60730" x="2043113" y="3708400"/>
          <p14:tracePt t="60737" x="2033588" y="3708400"/>
          <p14:tracePt t="60743" x="2024063" y="3708400"/>
          <p14:tracePt t="60757" x="2005013" y="3708400"/>
          <p14:tracePt t="60771" x="1995488" y="3708400"/>
          <p14:tracePt t="60883" x="2024063" y="3689350"/>
          <p14:tracePt t="60892" x="2062163" y="3679825"/>
          <p14:tracePt t="60897" x="2098675" y="3651250"/>
          <p14:tracePt t="60903" x="2184400" y="3641725"/>
          <p14:tracePt t="60913" x="2203450" y="3622675"/>
          <p14:tracePt t="60919" x="2260600" y="3603625"/>
          <p14:tracePt t="60926" x="2287588" y="3603625"/>
          <p14:tracePt t="60933" x="2335213" y="3603625"/>
          <p14:tracePt t="60940" x="2363788" y="3603625"/>
          <p14:tracePt t="60947" x="2382838" y="3603625"/>
          <p14:tracePt t="60954" x="2392363" y="3603625"/>
          <p14:tracePt t="60962" x="2411413" y="3603625"/>
          <p14:tracePt t="60973" x="2420938" y="3603625"/>
          <p14:tracePt t="60995" x="2430463" y="3603625"/>
          <p14:tracePt t="61011" x="2449513" y="3603625"/>
          <p14:tracePt t="61032" x="2459038" y="3603625"/>
          <p14:tracePt t="61065" x="2468563" y="3603625"/>
          <p14:tracePt t="61309" x="2505075" y="3641725"/>
          <p14:tracePt t="61318" x="2524125" y="3670300"/>
          <p14:tracePt t="61323" x="2552700" y="3717925"/>
          <p14:tracePt t="61330" x="2581275" y="3746500"/>
          <p14:tracePt t="61339" x="2600325" y="3765550"/>
          <p14:tracePt t="61347" x="2609850" y="3783013"/>
          <p14:tracePt t="61353" x="2619375" y="3821113"/>
          <p14:tracePt t="61361" x="2628900" y="3830638"/>
          <p14:tracePt t="61366" x="2638425" y="3830638"/>
          <p14:tracePt t="61374" x="2638425" y="3840163"/>
          <p14:tracePt t="61383" x="2647950" y="3849688"/>
          <p14:tracePt t="61387" x="2647950" y="3859213"/>
          <p14:tracePt t="61396" x="2647950" y="3868738"/>
          <p14:tracePt t="61401" x="2647950" y="3878263"/>
          <p14:tracePt t="61407" x="2647950" y="3887788"/>
          <p14:tracePt t="61417" x="2667000" y="3887788"/>
          <p14:tracePt t="61456" x="2676525" y="3887788"/>
          <p14:tracePt t="61479" x="2676525" y="3906838"/>
          <p14:tracePt t="61505" x="2676525" y="3916363"/>
          <p14:tracePt t="61540" x="2676525" y="3925888"/>
          <p14:tracePt t="61562" x="2686050" y="3925888"/>
          <p14:tracePt t="61577" x="2686050" y="3935413"/>
          <p14:tracePt t="61603" x="2695575" y="3935413"/>
          <p14:tracePt t="61617" x="2705100" y="3944938"/>
          <p14:tracePt t="61625" x="2714625" y="3944938"/>
          <p14:tracePt t="61631" x="2722563" y="3944938"/>
          <p14:tracePt t="61645" x="2732088" y="3944938"/>
          <p14:tracePt t="61672" x="2741613" y="3944938"/>
          <p14:tracePt t="61681" x="2741613" y="3954463"/>
          <p14:tracePt t="61708" x="2751138" y="3954463"/>
          <p14:tracePt t="61717" x="2751138" y="3963988"/>
          <p14:tracePt t="61746" x="2760663" y="3963988"/>
          <p14:tracePt t="61771" x="2770188" y="3963988"/>
          <p14:tracePt t="61806" x="2779713" y="3963988"/>
          <p14:tracePt t="61903" x="2789238" y="3963988"/>
          <p14:tracePt t="62582" x="2760663" y="3992563"/>
          <p14:tracePt t="62588" x="2676525" y="4048125"/>
          <p14:tracePt t="62597" x="2590800" y="4143375"/>
          <p14:tracePt t="62601" x="2373313" y="4303713"/>
          <p14:tracePt t="62612" x="2232025" y="4370388"/>
          <p14:tracePt t="62620" x="2089150" y="4456113"/>
          <p14:tracePt t="62627" x="2024063" y="4483100"/>
          <p14:tracePt t="62637" x="1928813" y="4549775"/>
          <p14:tracePt t="62649" x="1881188" y="4578350"/>
          <p14:tracePt t="62651" x="1852613" y="4606925"/>
          <p14:tracePt t="62658" x="1816100" y="4625975"/>
          <p14:tracePt t="62664" x="1787525" y="4635500"/>
          <p14:tracePt t="62671" x="1768475" y="4645025"/>
          <p14:tracePt t="62680" x="1749425" y="4654550"/>
          <p14:tracePt t="62688" x="1739900" y="4664075"/>
          <p14:tracePt t="62693" x="1730375" y="4664075"/>
          <p14:tracePt t="62701" x="1720850" y="4683125"/>
          <p14:tracePt t="62718" x="1701800" y="4683125"/>
          <p14:tracePt t="62735" x="1692275" y="4683125"/>
          <p14:tracePt t="62770" x="1682750" y="4683125"/>
          <p14:tracePt t="62882" x="1682750" y="4673600"/>
          <p14:tracePt t="62896" x="1682750" y="4664075"/>
          <p14:tracePt t="62918" x="1682750" y="4654550"/>
          <p14:tracePt t="62938" x="1682750" y="4645025"/>
          <p14:tracePt t="62952" x="1682750" y="4635500"/>
          <p14:tracePt t="62994" x="1682750" y="4625975"/>
          <p14:tracePt t="63009" x="1692275" y="4616450"/>
          <p14:tracePt t="63029" x="1692275" y="4606925"/>
          <p14:tracePt t="63050" x="1711325" y="4587875"/>
          <p14:tracePt t="63071" x="1711325" y="4578350"/>
          <p14:tracePt t="63099" x="1711325" y="4568825"/>
          <p14:tracePt t="63135" x="1720850" y="4568825"/>
          <p14:tracePt t="63162" x="1720850" y="4559300"/>
          <p14:tracePt t="63203" x="1730375" y="4549775"/>
          <p14:tracePt t="63210" x="1739900" y="4540250"/>
          <p14:tracePt t="63218" x="1768475" y="4530725"/>
          <p14:tracePt t="63228" x="1797050" y="4521200"/>
          <p14:tracePt t="63236" x="1862138" y="4483100"/>
          <p14:tracePt t="63242" x="1881188" y="4473575"/>
          <p14:tracePt t="63248" x="1900238" y="4473575"/>
          <p14:tracePt t="63255" x="1928813" y="4464050"/>
          <p14:tracePt t="63262" x="1938338" y="4464050"/>
          <p14:tracePt t="63272" x="1947863" y="4464050"/>
          <p14:tracePt t="63279" x="1957388" y="4464050"/>
          <p14:tracePt t="63315" x="1966913" y="4464050"/>
          <p14:tracePt t="63335" x="1976438" y="4464050"/>
          <p14:tracePt t="63370" x="1985963" y="4464050"/>
          <p14:tracePt t="63406" x="2005013" y="4464050"/>
          <p14:tracePt t="63419" x="2014538" y="4456113"/>
          <p14:tracePt t="63434" x="2024063" y="4456113"/>
          <p14:tracePt t="63445" x="2033588" y="4456113"/>
          <p14:tracePt t="63449" x="2043113" y="4446588"/>
          <p14:tracePt t="63454" x="2052638" y="4446588"/>
          <p14:tracePt t="63463" x="2062163" y="4446588"/>
          <p14:tracePt t="63468" x="2070100" y="4446588"/>
          <p14:tracePt t="63494" x="2079625" y="4446588"/>
          <p14:tracePt t="63518" x="2089150" y="4446588"/>
          <p14:tracePt t="63534" x="2098675" y="4446588"/>
          <p14:tracePt t="63540" x="2108200" y="4446588"/>
          <p14:tracePt t="63553" x="2117725" y="4446588"/>
          <p14:tracePt t="63567" x="2127250" y="4446588"/>
          <p14:tracePt t="63588" x="2136775" y="4446588"/>
          <p14:tracePt t="63650" x="2146300" y="4446588"/>
          <p14:tracePt t="63686" x="2165350" y="4446588"/>
          <p14:tracePt t="63743" x="2174875" y="4446588"/>
          <p14:tracePt t="64812" x="2184400" y="4437063"/>
          <p14:tracePt t="64819" x="2193925" y="4437063"/>
          <p14:tracePt t="64828" x="2203450" y="4427538"/>
          <p14:tracePt t="64840" x="2251075" y="4408488"/>
          <p14:tracePt t="64847" x="2279650" y="4389438"/>
          <p14:tracePt t="64852" x="2297113" y="4379913"/>
          <p14:tracePt t="64859" x="2316163" y="4370388"/>
          <p14:tracePt t="64870" x="2335213" y="4360863"/>
          <p14:tracePt t="64879" x="2344738" y="4341813"/>
          <p14:tracePt t="64886" x="2363788" y="4341813"/>
          <p14:tracePt t="64891" x="2373313" y="4332288"/>
          <p14:tracePt t="64898" x="2392363" y="4332288"/>
          <p14:tracePt t="64904" x="2401888" y="4332288"/>
          <p14:tracePt t="64913" x="2411413" y="4332288"/>
          <p14:tracePt t="64918" x="2420938" y="4332288"/>
          <p14:tracePt t="64924" x="2430463" y="4332288"/>
          <p14:tracePt t="64933" x="2449513" y="4332288"/>
          <p14:tracePt t="64951" x="2459038" y="4332288"/>
          <p14:tracePt t="64966" x="2468563" y="4332288"/>
          <p14:tracePt t="64981" x="2468563" y="4322763"/>
          <p14:tracePt t="65020" x="2478088" y="4322763"/>
          <p14:tracePt t="65056" x="2487613" y="4322763"/>
          <p14:tracePt t="65104" x="2497138" y="4322763"/>
          <p14:tracePt t="77336" x="2505075" y="4332288"/>
          <p14:tracePt t="77345" x="2514600" y="4351338"/>
          <p14:tracePt t="77350" x="2524125" y="4370388"/>
          <p14:tracePt t="77362" x="2533650" y="4427538"/>
          <p14:tracePt t="77367" x="2533650" y="4456113"/>
          <p14:tracePt t="77379" x="2533650" y="4540250"/>
          <p14:tracePt t="77385" x="2533650" y="4597400"/>
          <p14:tracePt t="77393" x="2533650" y="4664075"/>
          <p14:tracePt t="77399" x="2524125" y="4719638"/>
          <p14:tracePt t="77409" x="2497138" y="4786313"/>
          <p14:tracePt t="77416" x="2478088" y="4824413"/>
          <p14:tracePt t="77421" x="2459038" y="4881563"/>
          <p14:tracePt t="77429" x="2449513" y="4918075"/>
          <p14:tracePt t="77436" x="2439988" y="4937125"/>
          <p14:tracePt t="77443" x="2430463" y="4965700"/>
          <p14:tracePt t="77451" x="2420938" y="4984750"/>
          <p14:tracePt t="77457" x="2411413" y="5013325"/>
          <p14:tracePt t="77464" x="2392363" y="5022850"/>
          <p14:tracePt t="77477" x="2373313" y="5060950"/>
          <p14:tracePt t="77484" x="2363788" y="5070475"/>
          <p14:tracePt t="77492" x="2354263" y="5099050"/>
          <p14:tracePt t="77500" x="2344738" y="5118100"/>
          <p14:tracePt t="77507" x="2325688" y="5137150"/>
          <p14:tracePt t="77514" x="2316163" y="5145088"/>
          <p14:tracePt t="77520" x="2297113" y="5154613"/>
          <p14:tracePt t="77527" x="2287588" y="5164138"/>
          <p14:tracePt t="77540" x="2279650" y="5183188"/>
          <p14:tracePt t="77549" x="2270125" y="5192713"/>
          <p14:tracePt t="77555" x="2260600" y="5202238"/>
          <p14:tracePt t="77563" x="2251075" y="5211763"/>
          <p14:tracePt t="77569" x="2241550" y="5221288"/>
          <p14:tracePt t="77579" x="2232025" y="5230813"/>
          <p14:tracePt t="77587" x="2212975" y="5240338"/>
          <p14:tracePt t="77602" x="2203450" y="5240338"/>
          <p14:tracePt t="77611" x="2193925" y="5249863"/>
          <p14:tracePt t="77617" x="2184400" y="5249863"/>
          <p14:tracePt t="77627" x="2174875" y="5259388"/>
          <p14:tracePt t="77633" x="2165350" y="5278438"/>
          <p14:tracePt t="77638" x="2155825" y="5287963"/>
          <p14:tracePt t="77650" x="2136775" y="5287963"/>
          <p14:tracePt t="77660" x="2127250" y="5287963"/>
          <p14:tracePt t="77666" x="2117725" y="5287963"/>
          <p14:tracePt t="77671" x="2108200" y="5287963"/>
          <p14:tracePt t="77686" x="2098675" y="5287963"/>
          <p14:tracePt t="77693" x="2089150" y="5297488"/>
          <p14:tracePt t="77710" x="2070100" y="5297488"/>
          <p14:tracePt t="77717" x="2024063" y="5307013"/>
          <p14:tracePt t="77722" x="1995488" y="5307013"/>
          <p14:tracePt t="77730" x="1966913" y="5307013"/>
          <p14:tracePt t="77738" x="1919288" y="5316538"/>
          <p14:tracePt t="77744" x="1890713" y="5316538"/>
          <p14:tracePt t="77751" x="1862138" y="5316538"/>
          <p14:tracePt t="77757" x="1835150" y="5316538"/>
          <p14:tracePt t="77764" x="1816100" y="5326063"/>
          <p14:tracePt t="77769" x="1797050" y="5326063"/>
          <p14:tracePt t="77777" x="1778000" y="5326063"/>
          <p14:tracePt t="77783" x="1739900" y="5326063"/>
          <p14:tracePt t="77798" x="1720850" y="5326063"/>
          <p14:tracePt t="77805" x="1711325" y="5326063"/>
          <p14:tracePt t="77813" x="1692275" y="5326063"/>
          <p14:tracePt t="77819" x="1682750" y="5326063"/>
          <p14:tracePt t="77828" x="1673225" y="5326063"/>
          <p14:tracePt t="77834" x="1663700" y="5326063"/>
          <p14:tracePt t="77840" x="1654175" y="5326063"/>
          <p14:tracePt t="77847" x="1644650" y="5326063"/>
          <p14:tracePt t="77854" x="1635125" y="5326063"/>
          <p14:tracePt t="77862" x="1627188" y="5326063"/>
          <p14:tracePt t="78049" x="1627188" y="5316538"/>
          <p14:tracePt t="78063" x="1627188" y="5307013"/>
          <p14:tracePt t="78084" x="1627188" y="5297488"/>
          <p14:tracePt t="78098" x="1627188" y="5278438"/>
          <p14:tracePt t="78105" x="1635125" y="5278438"/>
          <p14:tracePt t="78113" x="1635125" y="5268913"/>
          <p14:tracePt t="78130" x="1654175" y="5259388"/>
          <p14:tracePt t="78143" x="1673225" y="5249863"/>
          <p14:tracePt t="78154" x="1673225" y="5240338"/>
          <p14:tracePt t="78168" x="1682750" y="5240338"/>
          <p14:tracePt t="78203" x="1692275" y="5240338"/>
          <p14:tracePt t="78226" x="1692275" y="5230813"/>
          <p14:tracePt t="78233" x="1711325" y="5221288"/>
          <p14:tracePt t="78239" x="1730375" y="5211763"/>
          <p14:tracePt t="78247" x="1739900" y="5202238"/>
          <p14:tracePt t="78252" x="1768475" y="5183188"/>
          <p14:tracePt t="78262" x="1797050" y="5173663"/>
          <p14:tracePt t="78268" x="1806575" y="5164138"/>
          <p14:tracePt t="78276" x="1825625" y="5154613"/>
          <p14:tracePt t="78288" x="1852613" y="5145088"/>
          <p14:tracePt t="78297" x="1852613" y="5137150"/>
          <p14:tracePt t="78305" x="1862138" y="5137150"/>
          <p14:tracePt t="78312" x="1871663" y="5127625"/>
          <p14:tracePt t="78318" x="1890713" y="5127625"/>
          <p14:tracePt t="78328" x="1900238" y="5127625"/>
          <p14:tracePt t="78332" x="1919288" y="5127625"/>
          <p14:tracePt t="78338" x="1938338" y="5127625"/>
          <p14:tracePt t="78345" x="1957388" y="5118100"/>
          <p14:tracePt t="78360" x="1966913" y="5118100"/>
          <p14:tracePt t="78367" x="1976438" y="5118100"/>
          <p14:tracePt t="78372" x="1985963" y="5118100"/>
          <p14:tracePt t="78381" x="1995488" y="5118100"/>
          <p14:tracePt t="78407" x="2005013" y="5118100"/>
          <p14:tracePt t="78442" x="2024063" y="5118100"/>
          <p14:tracePt t="78448" x="2024063" y="5099050"/>
          <p14:tracePt t="78468" x="2033588" y="5089525"/>
          <p14:tracePt t="78477" x="2043113" y="5080000"/>
          <p14:tracePt t="78485" x="2062163" y="5080000"/>
          <p14:tracePt t="78491" x="2070100" y="5080000"/>
          <p14:tracePt t="78498" x="2079625" y="5080000"/>
          <p14:tracePt t="78511" x="2098675" y="5080000"/>
          <p14:tracePt t="78526" x="2108200" y="5080000"/>
          <p14:tracePt t="78552" x="2117725" y="5080000"/>
          <p14:tracePt t="78575" x="2127250" y="5080000"/>
          <p14:tracePt t="78596" x="2136775" y="5080000"/>
          <p14:tracePt t="78611" x="2146300" y="5080000"/>
          <p14:tracePt t="78651" x="2155825" y="5080000"/>
          <p14:tracePt t="78685" x="2165350" y="5080000"/>
          <p14:tracePt t="78723" x="2184400" y="5080000"/>
          <p14:tracePt t="78805" x="2193925" y="5080000"/>
          <p14:tracePt t="78895" x="2193925" y="5089525"/>
          <p14:tracePt t="78988" x="2193925" y="5099050"/>
          <p14:tracePt t="79009" x="2193925" y="5108575"/>
          <p14:tracePt t="79029" x="2193925" y="5118100"/>
          <p14:tracePt t="79042" x="2193925" y="5127625"/>
          <p14:tracePt t="79069" x="2193925" y="5137150"/>
          <p14:tracePt t="79105" x="2203450" y="5145088"/>
          <p14:tracePt t="79119" x="2203450" y="5154613"/>
          <p14:tracePt t="79127" x="2222500" y="5154613"/>
          <p14:tracePt t="79133" x="2232025" y="5154613"/>
          <p14:tracePt t="79143" x="2251075" y="5164138"/>
          <p14:tracePt t="79149" x="2270125" y="5164138"/>
          <p14:tracePt t="79155" x="2287588" y="5183188"/>
          <p14:tracePt t="79162" x="2297113" y="5183188"/>
          <p14:tracePt t="79168" x="2316163" y="5183188"/>
          <p14:tracePt t="79177" x="2335213" y="5192713"/>
          <p14:tracePt t="79182" x="2344738" y="5192713"/>
          <p14:tracePt t="79189" x="2354263" y="5192713"/>
          <p14:tracePt t="79197" x="2363788" y="5192713"/>
          <p14:tracePt t="79202" x="2373313" y="5192713"/>
          <p14:tracePt t="79210" x="2382838" y="5192713"/>
          <p14:tracePt t="79227" x="2392363" y="5192713"/>
          <p14:tracePt t="79247" x="2401888" y="5192713"/>
          <p14:tracePt t="79273" x="2411413" y="5192713"/>
          <p14:tracePt t="79330" x="2420938" y="5192713"/>
          <p14:tracePt t="79343" x="2430463" y="5192713"/>
          <p14:tracePt t="79351" x="2439988" y="5192713"/>
          <p14:tracePt t="79360" x="2449513" y="5192713"/>
          <p14:tracePt t="79366" x="2459038" y="5192713"/>
          <p14:tracePt t="79371" x="2468563" y="5192713"/>
          <p14:tracePt t="79427" x="2478088" y="5192713"/>
          <p14:tracePt t="79462" x="2487613" y="5192713"/>
          <p14:tracePt t="79496" x="2505075" y="5192713"/>
          <p14:tracePt t="79525" x="2514600" y="5192713"/>
          <p14:tracePt t="79559" x="2524125" y="5192713"/>
          <p14:tracePt t="79622" x="2533650" y="5192713"/>
          <p14:tracePt t="79636" x="2543175" y="5192713"/>
          <p14:tracePt t="79650" x="2552700" y="5192713"/>
          <p14:tracePt t="79665" x="2562225" y="5192713"/>
          <p14:tracePt t="79685" x="2571750" y="5192713"/>
          <p14:tracePt t="79699" x="2581275" y="5192713"/>
          <p14:tracePt t="79714" x="2590800" y="5192713"/>
          <p14:tracePt t="79720" x="2600325" y="5202238"/>
          <p14:tracePt t="79733" x="2609850" y="5202238"/>
          <p14:tracePt t="79749" x="2619375" y="5202238"/>
          <p14:tracePt t="79769" x="2628900" y="5202238"/>
          <p14:tracePt t="79792" x="2638425" y="5202238"/>
          <p14:tracePt t="79811" x="2647950" y="5202238"/>
          <p14:tracePt t="79838" x="2657475" y="5202238"/>
          <p14:tracePt t="79849" x="2676525" y="5202238"/>
          <p14:tracePt t="79854" x="2695575" y="5202238"/>
          <p14:tracePt t="79860" x="2705100" y="5202238"/>
          <p14:tracePt t="79866" x="2714625" y="5202238"/>
          <p14:tracePt t="79875" x="2722563" y="5202238"/>
          <p14:tracePt t="79888" x="2732088" y="5202238"/>
          <p14:tracePt t="79894" x="2741613" y="5202238"/>
          <p14:tracePt t="79902" x="2760663" y="5202238"/>
          <p14:tracePt t="79911" x="2770188" y="5202238"/>
          <p14:tracePt t="79923" x="2779713" y="5202238"/>
          <p14:tracePt t="79959" x="2789238" y="5202238"/>
          <p14:tracePt t="79986" x="2798763" y="5202238"/>
          <p14:tracePt t="80021" x="2808288" y="5202238"/>
          <p14:tracePt t="80056" x="2817813" y="5202238"/>
          <p14:tracePt t="80090" x="2827338" y="5202238"/>
          <p14:tracePt t="80154" x="2846388" y="5202238"/>
          <p14:tracePt t="80229" x="2855913" y="5202238"/>
          <p14:tracePt t="80266" x="2865438" y="5202238"/>
          <p14:tracePt t="80299" x="2874963" y="5202238"/>
          <p14:tracePt t="80328" x="2884488" y="5202238"/>
          <p14:tracePt t="80348" x="2894013" y="5202238"/>
          <p14:tracePt t="80364" x="2903538" y="5202238"/>
          <p14:tracePt t="80378" x="2903538" y="5183188"/>
          <p14:tracePt t="80391" x="2922588" y="5183188"/>
          <p14:tracePt t="80398" x="2932113" y="5173663"/>
          <p14:tracePt t="80413" x="2940050" y="5164138"/>
          <p14:tracePt t="80418" x="2949575" y="5164138"/>
          <p14:tracePt t="80425" x="2949575" y="5154613"/>
          <p14:tracePt t="80432" x="2959100" y="5154613"/>
          <p14:tracePt t="80444" x="2968625" y="5145088"/>
          <p14:tracePt t="80462" x="2978150" y="5137150"/>
          <p14:tracePt t="80489" x="2987675" y="5137150"/>
          <p14:tracePt t="80517" x="2997200" y="5137150"/>
          <p14:tracePt t="80537" x="2997200" y="5127625"/>
          <p14:tracePt t="80544" x="3016250" y="5127625"/>
          <p14:tracePt t="80573" x="3025775" y="5127625"/>
          <p14:tracePt t="80609" x="3035300" y="5118100"/>
          <p14:tracePt t="80678" x="3044825" y="5118100"/>
          <p14:tracePt t="80692" x="3044825" y="5099050"/>
          <p14:tracePt t="80754" x="3054350" y="5099050"/>
          <p14:tracePt t="81566" x="3044825" y="5099050"/>
          <p14:tracePt t="81577" x="3025775" y="5099050"/>
          <p14:tracePt t="81581" x="3025775" y="5089525"/>
          <p14:tracePt t="81587" x="3006725" y="5080000"/>
          <p14:tracePt t="81594" x="2997200" y="5080000"/>
          <p14:tracePt t="81601" x="2968625" y="5070475"/>
          <p14:tracePt t="81613" x="2959100" y="5060950"/>
          <p14:tracePt t="81618" x="2940050" y="5060950"/>
          <p14:tracePt t="81629" x="2922588" y="5051425"/>
          <p14:tracePt t="81636" x="2865438" y="5032375"/>
          <p14:tracePt t="81643" x="2846388" y="5032375"/>
          <p14:tracePt t="81650" x="2808288" y="5022850"/>
          <p14:tracePt t="81659" x="2779713" y="5022850"/>
          <p14:tracePt t="81667" x="2751138" y="5022850"/>
          <p14:tracePt t="81677" x="2732088" y="5022850"/>
          <p14:tracePt t="81683" x="2722563" y="5022850"/>
          <p14:tracePt t="81688" x="2705100" y="5022850"/>
          <p14:tracePt t="81695" x="2686050" y="5022850"/>
          <p14:tracePt t="81706" x="2676525" y="5022850"/>
          <p14:tracePt t="81714" x="2667000" y="5022850"/>
          <p14:tracePt t="81720" x="2657475" y="5022850"/>
          <p14:tracePt t="81727" x="2647950" y="5022850"/>
          <p14:tracePt t="81753" x="2638425" y="5022850"/>
          <p14:tracePt t="81789" x="2628900" y="5022850"/>
          <p14:tracePt t="81860" x="2609850" y="5022850"/>
          <p14:tracePt t="88338" x="2552700" y="5013325"/>
          <p14:tracePt t="88347" x="2468563" y="5013325"/>
          <p14:tracePt t="88352" x="2411413" y="5003800"/>
          <p14:tracePt t="88361" x="2363788" y="4994275"/>
          <p14:tracePt t="88367" x="2306638" y="4975225"/>
          <p14:tracePt t="88375" x="2241550" y="4965700"/>
          <p14:tracePt t="88387" x="2184400" y="4956175"/>
          <p14:tracePt t="88396" x="2089150" y="4937125"/>
          <p14:tracePt t="88402" x="2070100" y="4937125"/>
          <p14:tracePt t="88410" x="2062163" y="4937125"/>
          <p14:tracePt t="88417" x="2024063" y="4937125"/>
          <p14:tracePt t="88426" x="2005013" y="4927600"/>
          <p14:tracePt t="88432" x="1995488" y="4927600"/>
          <p14:tracePt t="88437" x="1995488" y="4910138"/>
          <p14:tracePt t="88445" x="1966913" y="4891088"/>
          <p14:tracePt t="88450" x="1919288" y="4833938"/>
          <p14:tracePt t="88459" x="1890713" y="4729163"/>
          <p14:tracePt t="88468" x="1862138" y="4521200"/>
          <p14:tracePt t="88475" x="1862138" y="4408488"/>
          <p14:tracePt t="88483" x="1862138" y="4275138"/>
          <p14:tracePt t="88488" x="1862138" y="4162425"/>
          <p14:tracePt t="88495" x="1862138" y="4095750"/>
          <p14:tracePt t="88501" x="1862138" y="4038600"/>
          <p14:tracePt t="88511" x="1862138" y="4010025"/>
          <p14:tracePt t="88516" x="1871663" y="3973513"/>
          <p14:tracePt t="88523" x="1871663" y="3935413"/>
          <p14:tracePt t="88530" x="1871663" y="3916363"/>
          <p14:tracePt t="88535" x="1881188" y="3897313"/>
          <p14:tracePt t="88543" x="1881188" y="3878263"/>
          <p14:tracePt t="88548" x="1881188" y="3859213"/>
          <p14:tracePt t="88559" x="1881188" y="3840163"/>
          <p14:tracePt t="88566" x="1890713" y="3821113"/>
          <p14:tracePt t="88570" x="1909763" y="3802063"/>
          <p14:tracePt t="88578" x="1919288" y="3783013"/>
          <p14:tracePt t="88584" x="1928813" y="3765550"/>
          <p14:tracePt t="88590" x="1938338" y="3717925"/>
          <p14:tracePt t="88598" x="1966913" y="3670300"/>
          <p14:tracePt t="88605" x="1976438" y="3641725"/>
          <p14:tracePt t="88613" x="2005013" y="3584575"/>
          <p14:tracePt t="88620" x="2024063" y="3565525"/>
          <p14:tracePt t="88628" x="2033588" y="3546475"/>
          <p14:tracePt t="88636" x="2043113" y="3529013"/>
          <p14:tracePt t="88643" x="2052638" y="3500438"/>
          <p14:tracePt t="88653" x="2062163" y="3490913"/>
          <p14:tracePt t="88661" x="2062163" y="3481388"/>
          <p14:tracePt t="88667" x="2062163" y="3471863"/>
          <p14:tracePt t="88673" x="2070100" y="3462338"/>
          <p14:tracePt t="88681" x="2070100" y="3452813"/>
          <p14:tracePt t="88697" x="2079625" y="3443288"/>
          <p14:tracePt t="88701" x="2079625" y="3424238"/>
          <p14:tracePt t="88710" x="2089150" y="3414713"/>
          <p14:tracePt t="88717" x="2108200" y="3405188"/>
          <p14:tracePt t="88726" x="2117725" y="3386138"/>
          <p14:tracePt t="88737" x="2136775" y="3357563"/>
          <p14:tracePt t="88744" x="2146300" y="3348038"/>
          <p14:tracePt t="88750" x="2155825" y="3328988"/>
          <p14:tracePt t="88760" x="2165350" y="3311525"/>
          <p14:tracePt t="88765" x="2184400" y="3292475"/>
          <p14:tracePt t="88774" x="2203450" y="3282950"/>
          <p14:tracePt t="88779" x="2222500" y="3273425"/>
          <p14:tracePt t="88786" x="2241550" y="3254375"/>
          <p14:tracePt t="88795" x="2260600" y="3225800"/>
          <p14:tracePt t="88806" x="2335213" y="3187700"/>
          <p14:tracePt t="88813" x="2439988" y="3159125"/>
          <p14:tracePt t="88821" x="2505075" y="3149600"/>
          <p14:tracePt t="88828" x="2543175" y="3149600"/>
          <p14:tracePt t="88836" x="2571750" y="3149600"/>
          <p14:tracePt t="88842" x="2609850" y="3149600"/>
          <p14:tracePt t="88848" x="2647950" y="3149600"/>
          <p14:tracePt t="88859" x="2667000" y="3149600"/>
          <p14:tracePt t="88865" x="2686050" y="3159125"/>
          <p14:tracePt t="88870" x="2751138" y="3187700"/>
          <p14:tracePt t="88879" x="2770188" y="3197225"/>
          <p14:tracePt t="88887" x="2798763" y="3235325"/>
          <p14:tracePt t="88898" x="2884488" y="3311525"/>
          <p14:tracePt t="88909" x="2932113" y="3414713"/>
          <p14:tracePt t="88917" x="3006725" y="3546475"/>
          <p14:tracePt t="88923" x="3054350" y="3727450"/>
          <p14:tracePt t="88928" x="3130550" y="4114800"/>
          <p14:tracePt t="88933" x="3130550" y="4351338"/>
          <p14:tracePt t="88940" x="3111500" y="4521200"/>
          <p14:tracePt t="88946" x="3073400" y="4795838"/>
          <p14:tracePt t="88954" x="3044825" y="4910138"/>
          <p14:tracePt t="88961" x="3016250" y="5051425"/>
          <p14:tracePt t="88967" x="2978150" y="5118100"/>
          <p14:tracePt t="88975" x="2949575" y="5173663"/>
          <p14:tracePt t="88980" x="2932113" y="5211763"/>
          <p14:tracePt t="88991" x="2894013" y="5268913"/>
          <p14:tracePt t="88998" x="2846388" y="5307013"/>
          <p14:tracePt t="89003" x="2770188" y="5364163"/>
          <p14:tracePt t="89011" x="2638425" y="5419725"/>
          <p14:tracePt t="89018" x="2533650" y="5448300"/>
          <p14:tracePt t="89025" x="2420938" y="5476875"/>
          <p14:tracePt t="89032" x="2363788" y="5476875"/>
          <p14:tracePt t="89038" x="2260600" y="5505450"/>
          <p14:tracePt t="89046" x="2203450" y="5505450"/>
          <p14:tracePt t="89052" x="2155825" y="5505450"/>
          <p14:tracePt t="89059" x="2089150" y="5505450"/>
          <p14:tracePt t="89065" x="2014538" y="5505450"/>
          <p14:tracePt t="89074" x="1909763" y="5486400"/>
          <p14:tracePt t="89082" x="1816100" y="5476875"/>
          <p14:tracePt t="89087" x="1730375" y="5448300"/>
          <p14:tracePt t="89094" x="1654175" y="5438775"/>
          <p14:tracePt t="89117" x="1493838" y="5345113"/>
          <p14:tracePt t="89123" x="1390650" y="5240338"/>
          <p14:tracePt t="89130" x="1304925" y="5080000"/>
          <p14:tracePt t="89137" x="1163638" y="4710113"/>
          <p14:tracePt t="89144" x="1116013" y="4540250"/>
          <p14:tracePt t="89150" x="1049338" y="4313238"/>
          <p14:tracePt t="89161" x="1011238" y="4029075"/>
          <p14:tracePt t="89166" x="974725" y="3773488"/>
          <p14:tracePt t="89174" x="955675" y="3376613"/>
          <p14:tracePt t="89183" x="955675" y="3111500"/>
          <p14:tracePt t="89192" x="955675" y="3036888"/>
          <p14:tracePt t="89197" x="974725" y="2951163"/>
          <p14:tracePt t="89207" x="982663" y="2857500"/>
          <p14:tracePt t="89213" x="992188" y="2828925"/>
          <p14:tracePt t="89223" x="1030288" y="2752725"/>
          <p14:tracePt t="89229" x="1077913" y="2647950"/>
          <p14:tracePt t="89235" x="1116013" y="2544763"/>
          <p14:tracePt t="89245" x="1173163" y="2478088"/>
          <p14:tracePt t="89248" x="1247775" y="2374900"/>
          <p14:tracePt t="89259" x="1371600" y="2270125"/>
          <p14:tracePt t="89268" x="1579563" y="2100263"/>
          <p14:tracePt t="89276" x="1682750" y="2062163"/>
          <p14:tracePt t="89281" x="1749425" y="2014538"/>
          <p14:tracePt t="89293" x="1797050" y="1976438"/>
          <p14:tracePt t="89299" x="1835150" y="1957388"/>
          <p14:tracePt t="89304" x="1890713" y="1920875"/>
          <p14:tracePt t="89311" x="1919288" y="1901825"/>
          <p14:tracePt t="89318" x="1938338" y="1892300"/>
          <p14:tracePt t="89326" x="2005013" y="1854200"/>
          <p14:tracePt t="89336" x="2033588" y="1844675"/>
          <p14:tracePt t="89344" x="2079625" y="1835150"/>
          <p14:tracePt t="89351" x="2117725" y="1835150"/>
          <p14:tracePt t="89361" x="2146300" y="1835150"/>
          <p14:tracePt t="89366" x="2174875" y="1835150"/>
          <p14:tracePt t="89376" x="2251075" y="1835150"/>
          <p14:tracePt t="89382" x="2279650" y="1873250"/>
          <p14:tracePt t="89388" x="2316163" y="1892300"/>
          <p14:tracePt t="89395" x="2363788" y="1930400"/>
          <p14:tracePt t="89400" x="2392363" y="1947863"/>
          <p14:tracePt t="89410" x="2459038" y="2014538"/>
          <p14:tracePt t="89417" x="2487613" y="2043113"/>
          <p14:tracePt t="89423" x="2543175" y="2128838"/>
          <p14:tracePt t="89430" x="2571750" y="2193925"/>
          <p14:tracePt t="89435" x="2609850" y="2298700"/>
          <p14:tracePt t="89445" x="2638425" y="2374900"/>
          <p14:tracePt t="89455" x="2686050" y="2478088"/>
          <p14:tracePt t="89461" x="2705100" y="2628900"/>
          <p14:tracePt t="89466" x="2714625" y="2762250"/>
          <p14:tracePt t="89475" x="2732088" y="2894013"/>
          <p14:tracePt t="89481" x="2732088" y="2960688"/>
          <p14:tracePt t="89485" x="2732088" y="3055938"/>
          <p14:tracePt t="89494" x="2732088" y="3149600"/>
          <p14:tracePt t="89499" x="2732088" y="3263900"/>
          <p14:tracePt t="89509" x="2732088" y="3357563"/>
          <p14:tracePt t="89515" x="2741613" y="3509963"/>
          <p14:tracePt t="89520" x="2741613" y="3698875"/>
          <p14:tracePt t="89528" x="2741613" y="3868738"/>
          <p14:tracePt t="89534" x="2722563" y="4038600"/>
          <p14:tracePt t="89542" x="2695575" y="4191000"/>
          <p14:tracePt t="89551" x="2647950" y="4351338"/>
          <p14:tracePt t="89559" x="2619375" y="4483100"/>
          <p14:tracePt t="89568" x="2562225" y="4645025"/>
          <p14:tracePt t="89575" x="2524125" y="4700588"/>
          <p14:tracePt t="89583" x="2514600" y="4729163"/>
          <p14:tracePt t="89588" x="2497138" y="4757738"/>
          <p14:tracePt t="89599" x="2459038" y="4805363"/>
          <p14:tracePt t="89608" x="2392363" y="4843463"/>
          <p14:tracePt t="89614" x="2325688" y="4891088"/>
          <p14:tracePt t="89618" x="2241550" y="4910138"/>
          <p14:tracePt t="89627" x="2146300" y="4956175"/>
          <p14:tracePt t="89634" x="2062163" y="4994275"/>
          <p14:tracePt t="89643" x="1957388" y="5022850"/>
          <p14:tracePt t="89652" x="1816100" y="5089525"/>
          <p14:tracePt t="89662" x="1711325" y="5108575"/>
          <p14:tracePt t="89669" x="1654175" y="5118100"/>
          <p14:tracePt t="89676" x="1608138" y="5118100"/>
          <p14:tracePt t="89683" x="1579563" y="5118100"/>
          <p14:tracePt t="89691" x="1550988" y="5118100"/>
          <p14:tracePt t="89699" x="1522413" y="5118100"/>
          <p14:tracePt t="89702" x="1512888" y="5118100"/>
          <p14:tracePt t="89711" x="1503363" y="5118100"/>
          <p14:tracePt t="89716" x="1493838" y="5118100"/>
          <p14:tracePt t="89724" x="1484313" y="5118100"/>
          <p14:tracePt t="89730" x="1465263" y="5089525"/>
          <p14:tracePt t="89736" x="1446213" y="5041900"/>
          <p14:tracePt t="89743" x="1417638" y="4994275"/>
          <p14:tracePt t="89749" x="1417638" y="4900613"/>
          <p14:tracePt t="89761" x="1417638" y="4786313"/>
          <p14:tracePt t="89767" x="1417638" y="4635500"/>
          <p14:tracePt t="89774" x="1446213" y="4492625"/>
          <p14:tracePt t="89781" x="1455738" y="4418013"/>
          <p14:tracePt t="89787" x="1465263" y="4303713"/>
          <p14:tracePt t="89793" x="1503363" y="4181475"/>
          <p14:tracePt t="89800" x="1541463" y="4105275"/>
          <p14:tracePt t="89812" x="1579563" y="4019550"/>
          <p14:tracePt t="89820" x="1730375" y="3821113"/>
          <p14:tracePt t="89828" x="1768475" y="3756025"/>
          <p14:tracePt t="89834" x="1806575" y="3727450"/>
          <p14:tracePt t="89841" x="1852613" y="3689350"/>
          <p14:tracePt t="89850" x="1890713" y="3641725"/>
          <p14:tracePt t="89856" x="1909763" y="3622675"/>
          <p14:tracePt t="89863" x="1985963" y="3584575"/>
          <p14:tracePt t="89873" x="2052638" y="3556000"/>
          <p14:tracePt t="89881" x="2136775" y="3519488"/>
          <p14:tracePt t="89887" x="2251075" y="3500438"/>
          <p14:tracePt t="89894" x="2344738" y="3500438"/>
          <p14:tracePt t="89899" x="2420938" y="3500438"/>
          <p14:tracePt t="89908" x="2562225" y="3565525"/>
          <p14:tracePt t="89913" x="2667000" y="3613150"/>
          <p14:tracePt t="89920" x="2732088" y="3651250"/>
          <p14:tracePt t="89926" x="2836863" y="3736975"/>
          <p14:tracePt t="89933" x="2940050" y="3878263"/>
          <p14:tracePt t="89941" x="3006725" y="4019550"/>
          <p14:tracePt t="89950" x="3082925" y="4265613"/>
          <p14:tracePt t="89956" x="3111500" y="4370388"/>
          <p14:tracePt t="89964" x="3111500" y="4427538"/>
          <p14:tracePt t="89968" x="3092450" y="4511675"/>
          <p14:tracePt t="89974" x="3073400" y="4568825"/>
          <p14:tracePt t="89983" x="3054350" y="4616450"/>
          <p14:tracePt t="89991" x="3025775" y="4700588"/>
          <p14:tracePt t="89998" x="3006725" y="4748213"/>
          <p14:tracePt t="90005" x="2968625" y="4776788"/>
          <p14:tracePt t="90012" x="2959100" y="4795838"/>
          <p14:tracePt t="90023" x="2932113" y="4843463"/>
          <p14:tracePt t="90031" x="2894013" y="4881563"/>
          <p14:tracePt t="90038" x="2789238" y="4946650"/>
          <p14:tracePt t="90047" x="2686050" y="5032375"/>
          <p14:tracePt t="90055" x="2543175" y="5108575"/>
          <p14:tracePt t="90063" x="2478088" y="5164138"/>
          <p14:tracePt t="90072" x="2382838" y="5211763"/>
          <p14:tracePt t="90079" x="2354263" y="5221288"/>
          <p14:tracePt t="90085" x="2306638" y="5230813"/>
          <p14:tracePt t="90093" x="2287588" y="5240338"/>
          <p14:tracePt t="90102" x="2279650" y="5240338"/>
          <p14:tracePt t="90114" x="2260600" y="5240338"/>
          <p14:tracePt t="90128" x="2241550" y="5240338"/>
          <p14:tracePt t="90134" x="2232025" y="5240338"/>
          <p14:tracePt t="90142" x="2222500" y="5240338"/>
          <p14:tracePt t="90148" x="2212975" y="5240338"/>
          <p14:tracePt t="90161" x="2203450" y="5240338"/>
          <p14:tracePt t="90170" x="2193925" y="5240338"/>
          <p14:tracePt t="90178" x="2184400" y="5230813"/>
          <p14:tracePt t="90184" x="2174875" y="5221288"/>
          <p14:tracePt t="90193" x="2155825" y="5211763"/>
          <p14:tracePt t="90199" x="2146300" y="5202238"/>
          <p14:tracePt t="90209" x="2136775" y="5192713"/>
          <p14:tracePt t="90220" x="2127250" y="5164138"/>
          <p14:tracePt t="90228" x="2117725" y="5127625"/>
          <p14:tracePt t="90234" x="2108200" y="5099050"/>
          <p14:tracePt t="90243" x="2108200" y="5032375"/>
          <p14:tracePt t="90248" x="2098675" y="4984750"/>
          <p14:tracePt t="90263" x="2098675" y="4843463"/>
          <p14:tracePt t="90269" x="2089150" y="4776788"/>
          <p14:tracePt t="90277" x="2089150" y="4757738"/>
          <p14:tracePt t="90283" x="2089150" y="4738688"/>
          <p14:tracePt t="90292" x="2089150" y="4729163"/>
          <p14:tracePt t="90299" x="2089150" y="4719638"/>
          <p14:tracePt t="90304" x="2089150" y="4700588"/>
          <p14:tracePt t="90312" x="2089150" y="4691063"/>
          <p14:tracePt t="90326" x="2089150" y="4683125"/>
          <p14:tracePt t="90337" x="2089150" y="4673600"/>
          <p14:tracePt t="90359" x="2089150" y="4664075"/>
          <p14:tracePt t="90365" x="2089150" y="4654550"/>
          <p14:tracePt t="90376" x="2089150" y="4645025"/>
          <p14:tracePt t="90383" x="2089150" y="4635500"/>
          <p14:tracePt t="90395" x="2089150" y="4625975"/>
          <p14:tracePt t="90400" x="2089150" y="4616450"/>
          <p14:tracePt t="90415" x="2089150" y="4606925"/>
          <p14:tracePt t="90423" x="2089150" y="4597400"/>
          <p14:tracePt t="90436" x="2089150" y="4587875"/>
          <p14:tracePt t="90444" x="2089150" y="4578350"/>
          <p14:tracePt t="90459" x="2089150" y="4568825"/>
          <p14:tracePt t="90471" x="2089150" y="4559300"/>
          <p14:tracePt t="90479" x="2098675" y="4540250"/>
          <p14:tracePt t="90492" x="2108200" y="4530725"/>
          <p14:tracePt t="90499" x="2108200" y="4521200"/>
          <p14:tracePt t="90509" x="2127250" y="4502150"/>
          <p14:tracePt t="90516" x="2165350" y="4483100"/>
          <p14:tracePt t="90520" x="2184400" y="4464050"/>
          <p14:tracePt t="90529" x="2212975" y="4446588"/>
          <p14:tracePt t="90539" x="2279650" y="4418013"/>
          <p14:tracePt t="90546" x="2297113" y="4408488"/>
          <p14:tracePt t="90554" x="2316163" y="4398963"/>
          <p14:tracePt t="90563" x="2335213" y="4389438"/>
          <p14:tracePt t="90570" x="2363788" y="4379913"/>
          <p14:tracePt t="90577" x="2382838" y="4370388"/>
          <p14:tracePt t="90587" x="2401888" y="4370388"/>
          <p14:tracePt t="90594" x="2420938" y="4370388"/>
          <p14:tracePt t="90599" x="2439988" y="4370388"/>
          <p14:tracePt t="90604" x="2449513" y="4370388"/>
          <p14:tracePt t="90611" x="2478088" y="4370388"/>
          <p14:tracePt t="90617" x="2497138" y="4370388"/>
          <p14:tracePt t="90627" x="2514600" y="4370388"/>
          <p14:tracePt t="90633" x="2543175" y="4370388"/>
          <p14:tracePt t="90640" x="2562225" y="4370388"/>
          <p14:tracePt t="90647" x="2581275" y="4370388"/>
          <p14:tracePt t="90651" x="2600325" y="4370388"/>
          <p14:tracePt t="90659" x="2628900" y="4370388"/>
          <p14:tracePt t="90666" x="2647950" y="4370388"/>
          <p14:tracePt t="90673" x="2657475" y="4370388"/>
          <p14:tracePt t="90695" x="2667000" y="4379913"/>
          <p14:tracePt t="90700" x="2676525" y="4389438"/>
          <p14:tracePt t="90708" x="2686050" y="4408488"/>
          <p14:tracePt t="90715" x="2695575" y="4446588"/>
          <p14:tracePt t="90726" x="2722563" y="4492625"/>
          <p14:tracePt t="90731" x="2722563" y="4521200"/>
          <p14:tracePt t="90735" x="2722563" y="4568825"/>
          <p14:tracePt t="90743" x="2722563" y="4597400"/>
          <p14:tracePt t="90749" x="2722563" y="4625975"/>
          <p14:tracePt t="90760" x="2705100" y="4673600"/>
          <p14:tracePt t="90765" x="2695575" y="4700588"/>
          <p14:tracePt t="90771" x="2686050" y="4729163"/>
          <p14:tracePt t="90779" x="2676525" y="4729163"/>
          <p14:tracePt t="90787" x="2667000" y="4757738"/>
          <p14:tracePt t="90793" x="2647950" y="4767263"/>
          <p14:tracePt t="90800" x="2609850" y="4795838"/>
          <p14:tracePt t="90809" x="2581275" y="4805363"/>
          <p14:tracePt t="90820" x="2571750" y="4805363"/>
          <p14:tracePt t="90827" x="2562225" y="4805363"/>
          <p14:tracePt t="90835" x="2552700" y="4805363"/>
          <p14:tracePt t="90843" x="2543175" y="4805363"/>
          <p14:tracePt t="90849" x="2533650" y="4805363"/>
          <p14:tracePt t="90855" x="2524125" y="4805363"/>
          <p14:tracePt t="90869" x="2524125" y="4786313"/>
          <p14:tracePt t="90876" x="2524125" y="4710113"/>
          <p14:tracePt t="90883" x="2533650" y="4673600"/>
          <p14:tracePt t="90891" x="2562225" y="4549775"/>
          <p14:tracePt t="90898" x="2571750" y="4492625"/>
          <p14:tracePt t="90903" x="2619375" y="4408488"/>
          <p14:tracePt t="90912" x="2628900" y="4341813"/>
          <p14:tracePt t="90920" x="2667000" y="4294188"/>
          <p14:tracePt t="90928" x="2676525" y="4229100"/>
          <p14:tracePt t="90938" x="2686050" y="4200525"/>
          <p14:tracePt t="90947" x="2741613" y="4095750"/>
          <p14:tracePt t="90953" x="2760663" y="4048125"/>
          <p14:tracePt t="90961" x="2798763" y="3963988"/>
          <p14:tracePt t="90967" x="2827338" y="3897313"/>
          <p14:tracePt t="90976" x="2855913" y="3830638"/>
          <p14:tracePt t="90984" x="2894013" y="3765550"/>
          <p14:tracePt t="90991" x="2922588" y="3746500"/>
          <p14:tracePt t="90997" x="2949575" y="3698875"/>
          <p14:tracePt t="91004" x="2968625" y="3651250"/>
          <p14:tracePt t="91009" x="3016250" y="3565525"/>
          <p14:tracePt t="91016" x="3035300" y="3556000"/>
          <p14:tracePt t="91030" x="3035300" y="3546475"/>
          <p14:tracePt t="91037" x="3035300" y="3538538"/>
          <p14:tracePt t="91050" x="3035300" y="3529013"/>
          <p14:tracePt t="91059" x="3044825" y="3529013"/>
          <p14:tracePt t="91066" x="3044825" y="3519488"/>
          <p14:tracePt t="91094" x="3044825" y="3509963"/>
          <p14:tracePt t="91246" x="3044825" y="3519488"/>
          <p14:tracePt t="91256" x="3044825" y="3529013"/>
          <p14:tracePt t="91275" x="3044825" y="3538538"/>
          <p14:tracePt t="91290" x="3044825" y="3546475"/>
          <p14:tracePt t="91310" x="3054350" y="3565525"/>
          <p14:tracePt t="91315" x="3063875" y="3603625"/>
          <p14:tracePt t="92240" x="3375025" y="3130550"/>
          <p14:tracePt t="92246" x="3802063" y="2516188"/>
          <p14:tracePt t="92253" x="4179888" y="1976438"/>
          <p14:tracePt t="92259" x="4510088" y="1371600"/>
          <p14:tracePt t="92268" x="4765675" y="850900"/>
          <p14:tracePt t="92276" x="4879975" y="690563"/>
          <p14:tracePt t="92281" x="5030788" y="425450"/>
          <p14:tracePt t="92290" x="5087938" y="322263"/>
          <p14:tracePt t="92297" x="5143500" y="236538"/>
          <p14:tracePt t="92302" x="5181600" y="188913"/>
          <p14:tracePt t="92309" x="5200650" y="150813"/>
          <p14:tracePt t="92315" x="5210175" y="131763"/>
          <p14:tracePt t="92326" x="5219700" y="122238"/>
          <p14:tracePt t="92331" x="5219700" y="114300"/>
          <p14:tracePt t="92350" x="5229225" y="114300"/>
          <p14:tracePt t="92449" x="5248275" y="114300"/>
          <p14:tracePt t="92457" x="5276850" y="114300"/>
          <p14:tracePt t="92462" x="5408613" y="9525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Arduino program reads signals from the sound sensor.</a:t>
            </a:r>
          </a:p>
          <a:p>
            <a:endParaRPr/>
          </a:p>
          <a:p>
            <a:r>
              <a:t>When a sound is detected, the Arduino toggles the LED state.</a:t>
            </a:r>
          </a:p>
          <a:p>
            <a:endParaRPr/>
          </a:p>
          <a:p>
            <a:r>
              <a:t>This is achieved using conditional statements and digital input/output pins.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50"/>
    </mc:Choice>
    <mc:Fallback xmlns="">
      <p:transition spd="slow" advTm="1615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/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Steps:</a:t>
            </a:r>
          </a:p>
          <a:p>
            <a:endParaRPr dirty="0"/>
          </a:p>
          <a:p>
            <a:r>
              <a:rPr dirty="0"/>
              <a:t>1. Power the Arduino circuit.</a:t>
            </a:r>
          </a:p>
          <a:p>
            <a:r>
              <a:rPr dirty="0"/>
              <a:t>2. Clap near the sound sensor.</a:t>
            </a:r>
          </a:p>
          <a:p>
            <a:r>
              <a:rPr dirty="0"/>
              <a:t>3. The sensor detects the sound.</a:t>
            </a:r>
          </a:p>
          <a:p>
            <a:r>
              <a:rPr dirty="0"/>
              <a:t>4. Arduino processes the signal.</a:t>
            </a:r>
          </a:p>
          <a:p>
            <a:r>
              <a:rPr dirty="0"/>
              <a:t>5. LED turns ON or OFF.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96"/>
    </mc:Choice>
    <mc:Fallback xmlns="">
      <p:transition spd="slow" advTm="29396"/>
    </mc:Fallback>
  </mc:AlternateContent>
  <p:extLst>
    <p:ext uri="{3A86A75C-4F4B-4683-9AE1-C65F6400EC91}">
      <p14:laserTraceLst xmlns:p14="http://schemas.microsoft.com/office/powerpoint/2010/main">
        <p14:tracePtLst>
          <p14:tracePt t="497" x="5370513" y="303213"/>
          <p14:tracePt t="505" x="5360988" y="331788"/>
          <p14:tracePt t="512" x="5351463" y="358775"/>
          <p14:tracePt t="519" x="5341938" y="387350"/>
          <p14:tracePt t="526" x="5334000" y="406400"/>
          <p14:tracePt t="536" x="5324475" y="425450"/>
          <p14:tracePt t="545" x="5181600" y="661988"/>
          <p14:tracePt t="555" x="5133975" y="766763"/>
          <p14:tracePt t="563" x="5097463" y="831850"/>
          <p14:tracePt t="569" x="5059363" y="898525"/>
          <p14:tracePt t="576" x="5049838" y="927100"/>
          <p14:tracePt t="582" x="5040313" y="946150"/>
          <p14:tracePt t="589" x="5030788" y="965200"/>
          <p14:tracePt t="597" x="5021263" y="974725"/>
          <p14:tracePt t="606" x="5002213" y="984250"/>
          <p14:tracePt t="616" x="4992688" y="993775"/>
          <p14:tracePt t="623" x="4983163" y="1003300"/>
          <p14:tracePt t="634" x="4983163" y="1012825"/>
          <p14:tracePt t="642" x="4983163" y="1030288"/>
          <p14:tracePt t="646" x="4964113" y="1049338"/>
          <p14:tracePt t="654" x="4954588" y="1068388"/>
          <p14:tracePt t="660" x="4945063" y="1087438"/>
          <p14:tracePt t="669" x="4935538" y="1106488"/>
          <p14:tracePt t="676" x="4926013" y="1144588"/>
          <p14:tracePt t="681" x="4906963" y="1173163"/>
          <p14:tracePt t="689" x="4899025" y="1192213"/>
          <p14:tracePt t="696" x="4889500" y="1211263"/>
          <p14:tracePt t="705" x="4879975" y="1220788"/>
          <p14:tracePt t="711" x="4870450" y="1239838"/>
          <p14:tracePt t="717" x="4860925" y="1249363"/>
          <p14:tracePt t="730" x="4860925" y="1257300"/>
          <p14:tracePt t="736" x="4860925" y="1266825"/>
          <p14:tracePt t="743" x="4860925" y="1276350"/>
          <p14:tracePt t="752" x="4851400" y="1285875"/>
          <p14:tracePt t="757" x="4851400" y="1295400"/>
          <p14:tracePt t="762" x="4841875" y="1304925"/>
          <p14:tracePt t="777" x="4832350" y="1323975"/>
          <p14:tracePt t="786" x="4813300" y="1333500"/>
          <p14:tracePt t="791" x="4803775" y="1343025"/>
          <p14:tracePt t="798" x="4803775" y="1352550"/>
          <p14:tracePt t="805" x="4794250" y="1352550"/>
          <p14:tracePt t="811" x="4794250" y="1362075"/>
          <p14:tracePt t="819" x="4784725" y="1362075"/>
          <p14:tracePt t="834" x="4784725" y="1371600"/>
          <p14:tracePt t="842" x="4775200" y="1371600"/>
          <p14:tracePt t="869" x="4775200" y="1381125"/>
          <p14:tracePt t="895" x="4765675" y="1381125"/>
          <p14:tracePt t="930" x="4756150" y="1381125"/>
          <p14:tracePt t="966" x="4746625" y="1381125"/>
          <p14:tracePt t="1000" x="4727575" y="1381125"/>
          <p14:tracePt t="1022" x="4727575" y="1390650"/>
          <p14:tracePt t="1036" x="4718050" y="1390650"/>
          <p14:tracePt t="1071" x="4708525" y="1390650"/>
          <p14:tracePt t="1114" x="4699000" y="1390650"/>
          <p14:tracePt t="1122" x="4689475" y="1409700"/>
          <p14:tracePt t="1130" x="4681538" y="1409700"/>
          <p14:tracePt t="1135" x="4662488" y="1409700"/>
          <p14:tracePt t="1143" x="4624388" y="1419225"/>
          <p14:tracePt t="1152" x="4586288" y="1419225"/>
          <p14:tracePt t="1159" x="4557713" y="1419225"/>
          <p14:tracePt t="1164" x="4500563" y="1419225"/>
          <p14:tracePt t="1172" x="4462463" y="1419225"/>
          <p14:tracePt t="1177" x="4416425" y="1419225"/>
          <p14:tracePt t="1186" x="4387850" y="1419225"/>
          <p14:tracePt t="1192" x="4359275" y="1428750"/>
          <p14:tracePt t="1196" x="4311650" y="1428750"/>
          <p14:tracePt t="1204" x="4273550" y="1428750"/>
          <p14:tracePt t="1210" x="4227513" y="1428750"/>
          <p14:tracePt t="1219" x="4160838" y="1428750"/>
          <p14:tracePt t="1224" x="4075113" y="1447800"/>
          <p14:tracePt t="1231" x="4037013" y="1447800"/>
          <p14:tracePt t="1240" x="3962400" y="1447800"/>
          <p14:tracePt t="1246" x="3905250" y="1447800"/>
          <p14:tracePt t="1254" x="3848100" y="1447800"/>
          <p14:tracePt t="1260" x="3802063" y="1447800"/>
          <p14:tracePt t="1268" x="3773488" y="1457325"/>
          <p14:tracePt t="1274" x="3744913" y="1457325"/>
          <p14:tracePt t="1280" x="3725863" y="1457325"/>
          <p14:tracePt t="1288" x="3706813" y="1457325"/>
          <p14:tracePt t="1295" x="3687763" y="1457325"/>
          <p14:tracePt t="1304" x="3668713" y="1457325"/>
          <p14:tracePt t="1310" x="3649663" y="1457325"/>
          <p14:tracePt t="1319" x="3640138" y="1457325"/>
          <p14:tracePt t="1325" x="3630613" y="1466850"/>
          <p14:tracePt t="1338" x="3621088" y="1466850"/>
          <p14:tracePt t="1343" x="3611563" y="1466850"/>
          <p14:tracePt t="1351" x="3602038" y="1466850"/>
          <p14:tracePt t="1358" x="3592513" y="1466850"/>
          <p14:tracePt t="1365" x="3584575" y="1466850"/>
          <p14:tracePt t="1378" x="3575050" y="1466850"/>
          <p14:tracePt t="1402" x="3565525" y="1466850"/>
          <p14:tracePt t="1421" x="3556000" y="1466850"/>
          <p14:tracePt t="1427" x="3546475" y="1476375"/>
          <p14:tracePt t="1441" x="3536950" y="1476375"/>
          <p14:tracePt t="1448" x="3527425" y="1476375"/>
          <p14:tracePt t="1462" x="3517900" y="1476375"/>
          <p14:tracePt t="1520" x="3508375" y="1476375"/>
          <p14:tracePt t="3510" x="3413125" y="1485900"/>
          <p14:tracePt t="3518" x="3243263" y="1493838"/>
          <p14:tracePt t="3524" x="3149600" y="1512888"/>
          <p14:tracePt t="3531" x="3054350" y="1512888"/>
          <p14:tracePt t="3540" x="2997200" y="1512888"/>
          <p14:tracePt t="3546" x="2894013" y="1512888"/>
          <p14:tracePt t="3554" x="2798763" y="1512888"/>
          <p14:tracePt t="3559" x="2722563" y="1522413"/>
          <p14:tracePt t="3567" x="2647950" y="1522413"/>
          <p14:tracePt t="3573" x="2571750" y="1522413"/>
          <p14:tracePt t="3580" x="2497138" y="1522413"/>
          <p14:tracePt t="3588" x="2449513" y="1522413"/>
          <p14:tracePt t="3594" x="2373313" y="1522413"/>
          <p14:tracePt t="3603" x="2297113" y="1522413"/>
          <p14:tracePt t="3608" x="2222500" y="1541463"/>
          <p14:tracePt t="3618" x="2089150" y="1570038"/>
          <p14:tracePt t="3623" x="1947863" y="1627188"/>
          <p14:tracePt t="3628" x="1852613" y="1646238"/>
          <p14:tracePt t="3636" x="1711325" y="1674813"/>
          <p14:tracePt t="3643" x="1635125" y="1703388"/>
          <p14:tracePt t="3652" x="1550988" y="1730375"/>
          <p14:tracePt t="3661" x="1522413" y="1749425"/>
          <p14:tracePt t="3666" x="1455738" y="1758950"/>
          <p14:tracePt t="3672" x="1427163" y="1768475"/>
          <p14:tracePt t="3678" x="1390650" y="1787525"/>
          <p14:tracePt t="3687" x="1352550" y="1787525"/>
          <p14:tracePt t="3694" x="1333500" y="1787525"/>
          <p14:tracePt t="3708" x="1323975" y="1787525"/>
          <p14:tracePt t="3713" x="1314450" y="1787525"/>
          <p14:tracePt t="3720" x="1304925" y="1787525"/>
          <p14:tracePt t="3726" x="1295400" y="1787525"/>
          <p14:tracePt t="3735" x="1285875" y="1787525"/>
          <p14:tracePt t="3751" x="1276350" y="1787525"/>
          <p14:tracePt t="5125" x="1295400" y="1835150"/>
          <p14:tracePt t="5135" x="1314450" y="1873250"/>
          <p14:tracePt t="5140" x="1343025" y="1920875"/>
          <p14:tracePt t="5146" x="1371600" y="1947863"/>
          <p14:tracePt t="5155" x="1390650" y="1966913"/>
          <p14:tracePt t="5161" x="1400175" y="1976438"/>
          <p14:tracePt t="5168" x="1409700" y="1985963"/>
          <p14:tracePt t="5174" x="1417638" y="2005013"/>
          <p14:tracePt t="5182" x="1417638" y="2014538"/>
          <p14:tracePt t="5194" x="1417638" y="2024063"/>
          <p14:tracePt t="5218" x="1417638" y="2033588"/>
          <p14:tracePt t="5230" x="1417638" y="2043113"/>
          <p14:tracePt t="5239" x="1417638" y="2052638"/>
          <p14:tracePt t="5244" x="1417638" y="2062163"/>
          <p14:tracePt t="5254" x="1427163" y="2071688"/>
          <p14:tracePt t="5259" x="1436688" y="2090738"/>
          <p14:tracePt t="5267" x="1436688" y="2109788"/>
          <p14:tracePt t="5273" x="1436688" y="2128838"/>
          <p14:tracePt t="5281" x="1436688" y="2147888"/>
          <p14:tracePt t="5288" x="1436688" y="2157413"/>
          <p14:tracePt t="5293" x="1436688" y="2166938"/>
          <p14:tracePt t="5302" x="1436688" y="2174875"/>
          <p14:tracePt t="5309" x="1436688" y="2193925"/>
          <p14:tracePt t="5314" x="1436688" y="2212975"/>
          <p14:tracePt t="5329" x="1436688" y="2232025"/>
          <p14:tracePt t="5337" x="1427163" y="2251075"/>
          <p14:tracePt t="5342" x="1417638" y="2289175"/>
          <p14:tracePt t="5352" x="1409700" y="2308225"/>
          <p14:tracePt t="5359" x="1400175" y="2327275"/>
          <p14:tracePt t="5365" x="1390650" y="2346325"/>
          <p14:tracePt t="5372" x="1381125" y="2365375"/>
          <p14:tracePt t="5380" x="1381125" y="2401888"/>
          <p14:tracePt t="5388" x="1362075" y="2439988"/>
          <p14:tracePt t="5395" x="1352550" y="2459038"/>
          <p14:tracePt t="5403" x="1352550" y="2487613"/>
          <p14:tracePt t="5411" x="1333500" y="2535238"/>
          <p14:tracePt t="5421" x="1333500" y="2563813"/>
          <p14:tracePt t="5429" x="1333500" y="2601913"/>
          <p14:tracePt t="5440" x="1333500" y="2611438"/>
          <p14:tracePt t="5447" x="1333500" y="2620963"/>
          <p14:tracePt t="5455" x="1333500" y="2638425"/>
          <p14:tracePt t="5460" x="1333500" y="2647950"/>
          <p14:tracePt t="5470" x="1333500" y="2657475"/>
          <p14:tracePt t="5475" x="1333500" y="2676525"/>
          <p14:tracePt t="5485" x="1333500" y="2714625"/>
          <p14:tracePt t="5491" x="1333500" y="2752725"/>
          <p14:tracePt t="5497" x="1333500" y="2828925"/>
          <p14:tracePt t="5504" x="1333500" y="2884488"/>
          <p14:tracePt t="5511" x="1333500" y="2922588"/>
          <p14:tracePt t="5521" x="1333500" y="2970213"/>
          <p14:tracePt t="5525" x="1333500" y="2998788"/>
          <p14:tracePt t="5531" x="1333500" y="3046413"/>
          <p14:tracePt t="5537" x="1333500" y="3074988"/>
          <p14:tracePt t="5544" x="1333500" y="3084513"/>
          <p14:tracePt t="5553" x="1333500" y="3092450"/>
          <p14:tracePt t="5567" x="1333500" y="3111500"/>
          <p14:tracePt t="5573" x="1333500" y="3121025"/>
          <p14:tracePt t="5580" x="1333500" y="3130550"/>
          <p14:tracePt t="5588" x="1333500" y="3140075"/>
          <p14:tracePt t="5608" x="1333500" y="3149600"/>
          <p14:tracePt t="5952" x="1446213" y="3111500"/>
          <p14:tracePt t="5958" x="1589088" y="3046413"/>
          <p14:tracePt t="5966" x="1673225" y="2989263"/>
          <p14:tracePt t="5972" x="1758950" y="2951163"/>
          <p14:tracePt t="5978" x="1806575" y="2913063"/>
          <p14:tracePt t="5985" x="1871663" y="2857500"/>
          <p14:tracePt t="5992" x="1919288" y="2828925"/>
          <p14:tracePt t="6003" x="1957388" y="2809875"/>
          <p14:tracePt t="6008" x="1985963" y="2790825"/>
          <p14:tracePt t="6013" x="2005013" y="2762250"/>
          <p14:tracePt t="6021" x="2024063" y="2752725"/>
          <p14:tracePt t="6029" x="2033588" y="2752725"/>
          <p14:tracePt t="6037" x="2043113" y="2752725"/>
          <p14:tracePt t="6055" x="2052638" y="2752725"/>
          <p14:tracePt t="6062" x="2052638" y="2743200"/>
          <p14:tracePt t="6090" x="2070100" y="2743200"/>
          <p14:tracePt t="6096" x="2070100" y="2733675"/>
          <p14:tracePt t="6124" x="2079625" y="2733675"/>
          <p14:tracePt t="9256" x="2079625" y="2752725"/>
          <p14:tracePt t="9266" x="2089150" y="2781300"/>
          <p14:tracePt t="9271" x="2108200" y="2828925"/>
          <p14:tracePt t="9277" x="2117725" y="2857500"/>
          <p14:tracePt t="9285" x="2127250" y="2884488"/>
          <p14:tracePt t="9292" x="2136775" y="2894013"/>
          <p14:tracePt t="9303" x="2146300" y="2922588"/>
          <p14:tracePt t="9312" x="2155825" y="2932113"/>
          <p14:tracePt t="9320" x="2174875" y="2951163"/>
          <p14:tracePt t="9325" x="2184400" y="2960688"/>
          <p14:tracePt t="9334" x="2193925" y="2960688"/>
          <p14:tracePt t="9342" x="2193925" y="2979738"/>
          <p14:tracePt t="9350" x="2222500" y="3027363"/>
          <p14:tracePt t="9360" x="2287588" y="3065463"/>
          <p14:tracePt t="9367" x="2316163" y="3101975"/>
          <p14:tracePt t="9372" x="2335213" y="3121025"/>
          <p14:tracePt t="9378" x="2363788" y="3168650"/>
          <p14:tracePt t="9384" x="2392363" y="3187700"/>
          <p14:tracePt t="9393" x="2401888" y="3197225"/>
          <p14:tracePt t="9401" x="2411413" y="3206750"/>
          <p14:tracePt t="9412" x="2430463" y="3216275"/>
          <p14:tracePt t="9425" x="2430463" y="3225800"/>
          <p14:tracePt t="9441" x="2439988" y="3225800"/>
          <p14:tracePt t="9447" x="2439988" y="3244850"/>
          <p14:tracePt t="9459" x="2439988" y="3254375"/>
          <p14:tracePt t="9483" x="2439988" y="3263900"/>
          <p14:tracePt t="9493" x="2439988" y="3273425"/>
          <p14:tracePt t="9529" x="2439988" y="3282950"/>
          <p14:tracePt t="9544" x="2439988" y="3292475"/>
          <p14:tracePt t="9552" x="2439988" y="3302000"/>
          <p14:tracePt t="9557" x="2439988" y="3311525"/>
          <p14:tracePt t="9564" x="2439988" y="3328988"/>
          <p14:tracePt t="9577" x="2439988" y="3338513"/>
          <p14:tracePt t="9591" x="2439988" y="3348038"/>
          <p14:tracePt t="9602" x="2439988" y="3357563"/>
          <p14:tracePt t="9607" x="2439988" y="3367088"/>
          <p14:tracePt t="9613" x="2420938" y="3376613"/>
          <p14:tracePt t="9622" x="2401888" y="3386138"/>
          <p14:tracePt t="9628" x="2354263" y="3395663"/>
          <p14:tracePt t="9634" x="2306638" y="3433763"/>
          <p14:tracePt t="9642" x="2222500" y="3462338"/>
          <p14:tracePt t="9651" x="2193925" y="3481388"/>
          <p14:tracePt t="9659" x="2136775" y="3509963"/>
          <p14:tracePt t="9663" x="2098675" y="3538538"/>
          <p14:tracePt t="9671" x="2070100" y="3546475"/>
          <p14:tracePt t="9680" x="2024063" y="3565525"/>
          <p14:tracePt t="9689" x="1976438" y="3594100"/>
          <p14:tracePt t="9699" x="1928813" y="3603625"/>
          <p14:tracePt t="9706" x="1909763" y="3613150"/>
          <p14:tracePt t="9714" x="1890713" y="3622675"/>
          <p14:tracePt t="9720" x="1862138" y="3651250"/>
          <p14:tracePt t="9728" x="1825625" y="3660775"/>
          <p14:tracePt t="9736" x="1806575" y="3670300"/>
          <p14:tracePt t="9744" x="1787525" y="3679825"/>
          <p14:tracePt t="9748" x="1768475" y="3689350"/>
          <p14:tracePt t="9756" x="1739900" y="3689350"/>
          <p14:tracePt t="9772" x="1720850" y="3689350"/>
          <p14:tracePt t="9778" x="1711325" y="3689350"/>
          <p14:tracePt t="9786" x="1701800" y="3689350"/>
          <p14:tracePt t="9795" x="1692275" y="3689350"/>
          <p14:tracePt t="9803" x="1682750" y="3689350"/>
          <p14:tracePt t="9809" x="1673225" y="3689350"/>
          <p14:tracePt t="9818" x="1663700" y="3689350"/>
          <p14:tracePt t="9838" x="1644650" y="3689350"/>
          <p14:tracePt t="27848" x="1608138" y="3651250"/>
          <p14:tracePt t="27857" x="1400175" y="3395663"/>
          <p14:tracePt t="27866" x="1285875" y="3254375"/>
          <p14:tracePt t="27872" x="1173163" y="3074988"/>
          <p14:tracePt t="27877" x="1077913" y="2932113"/>
          <p14:tracePt t="27887" x="1058863" y="2903538"/>
          <p14:tracePt t="27893" x="1039813" y="2865438"/>
          <p14:tracePt t="27900" x="1039813" y="2857500"/>
          <p14:tracePt t="27911" x="1030288" y="2857500"/>
          <p14:tracePt t="27916" x="1011238" y="2857500"/>
          <p14:tracePt t="28057" x="1030288" y="2838450"/>
          <p14:tracePt t="28067" x="1257300" y="2724150"/>
          <p14:tracePt t="28072" x="2024063" y="2554288"/>
          <p14:tracePt t="28083" x="2155825" y="2516188"/>
          <p14:tracePt t="28088" x="2459038" y="2439988"/>
          <p14:tracePt t="28093" x="3149600" y="2270125"/>
          <p14:tracePt t="28102" x="3319463" y="2222500"/>
          <p14:tracePt t="28106" x="3649663" y="2166938"/>
          <p14:tracePt t="28114" x="4416425" y="1966913"/>
          <p14:tracePt t="28123" x="4775200" y="1930400"/>
          <p14:tracePt t="28137" x="5559425" y="1646238"/>
          <p14:tracePt t="28142" x="5702300" y="1550988"/>
          <p14:tracePt t="28149" x="5843588" y="1476375"/>
          <p14:tracePt t="28155" x="5986463" y="1381125"/>
          <p14:tracePt t="28164" x="6108700" y="1304925"/>
          <p14:tracePt t="28173" x="6175375" y="1239838"/>
          <p14:tracePt t="28181" x="6259513" y="1182688"/>
          <p14:tracePt t="28187" x="6297613" y="1116013"/>
          <p14:tracePt t="28194" x="6373813" y="1039813"/>
          <p14:tracePt t="28201" x="6383338" y="1039813"/>
          <p14:tracePt t="28408" x="6421438" y="803275"/>
          <p14:tracePt t="28417" x="6496050" y="246063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Results, Challenges, and </a:t>
            </a:r>
            <a:r>
              <a:rPr lang="en-US" dirty="0"/>
              <a:t>Possible improvement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937657"/>
            <a:ext cx="8022771" cy="4724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u="sng" dirty="0"/>
              <a:t>Results</a:t>
            </a:r>
          </a:p>
          <a:p>
            <a:r>
              <a:rPr dirty="0"/>
              <a:t>Successful clap detection</a:t>
            </a:r>
          </a:p>
          <a:p>
            <a:r>
              <a:rPr dirty="0"/>
              <a:t>LED toggled correctly</a:t>
            </a:r>
          </a:p>
          <a:p>
            <a:endParaRPr dirty="0"/>
          </a:p>
          <a:p>
            <a:pPr marL="0" indent="0">
              <a:buNone/>
            </a:pPr>
            <a:r>
              <a:rPr b="1" u="sng" dirty="0"/>
              <a:t>Challenges</a:t>
            </a:r>
          </a:p>
          <a:p>
            <a:r>
              <a:rPr dirty="0"/>
              <a:t>Background noise interference</a:t>
            </a:r>
          </a:p>
          <a:p>
            <a:r>
              <a:rPr dirty="0"/>
              <a:t>Sensor sensitivity adjustment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Improvements</a:t>
            </a:r>
            <a:endParaRPr b="1" u="sng" dirty="0"/>
          </a:p>
          <a:p>
            <a:pPr marL="0" indent="0">
              <a:buNone/>
            </a:pPr>
            <a:r>
              <a:rPr lang="en-US" dirty="0"/>
              <a:t>This project comes with its flaws and some improvements we would like to have is to improve noise filtering , also implementing a double clap to toggle the LED, expanding the LED to more than one and possibly integrating a mobile app to control bulbs/LEDs in the household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607"/>
    </mc:Choice>
    <mc:Fallback xmlns="">
      <p:transition spd="slow" advTm="4460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E01F-77C6-3287-6F12-41E9804E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C60E-4834-3F9C-B83A-BAE1180DE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11265"/>
            <a:ext cx="7772400" cy="18192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project demonstrates a smart home lighting system that uses sound as the trigger, implementing an Arduino uno microcontroller and a sound sensor. This shows how simple sensors and microcontrollers can be used to create basic home automation solutions that improve convenience and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76419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43"/>
    </mc:Choice>
    <mc:Fallback xmlns="">
      <p:transition spd="slow" advTm="30643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305</TotalTime>
  <Words>517</Words>
  <Application>Microsoft Office PowerPoint</Application>
  <PresentationFormat>On-screen Show (4:3)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Rockwell</vt:lpstr>
      <vt:lpstr>Rockwell Condensed</vt:lpstr>
      <vt:lpstr>Wingdings</vt:lpstr>
      <vt:lpstr>Wood Type</vt:lpstr>
      <vt:lpstr>Smart Home Lighting System Using Clap Detection</vt:lpstr>
      <vt:lpstr>GROUP 10</vt:lpstr>
      <vt:lpstr>Table of Contents</vt:lpstr>
      <vt:lpstr>Introduction</vt:lpstr>
      <vt:lpstr>Problem Statement</vt:lpstr>
      <vt:lpstr>Methodology</vt:lpstr>
      <vt:lpstr>System Components</vt:lpstr>
      <vt:lpstr>Circuit Design</vt:lpstr>
      <vt:lpstr>Circuit Design Picture</vt:lpstr>
      <vt:lpstr>System Flow</vt:lpstr>
      <vt:lpstr>code</vt:lpstr>
      <vt:lpstr>code</vt:lpstr>
      <vt:lpstr>Code Overview</vt:lpstr>
      <vt:lpstr>Demonstration / Simulation</vt:lpstr>
      <vt:lpstr>Results, Challenges, and Possible improvement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AWUAH JUSTIN OWUSU AFRIYIE</dc:creator>
  <cp:keywords/>
  <dc:description>generated using python-pptx</dc:description>
  <cp:lastModifiedBy>Justin Awuah</cp:lastModifiedBy>
  <cp:revision>13</cp:revision>
  <dcterms:created xsi:type="dcterms:W3CDTF">2013-01-27T09:14:16Z</dcterms:created>
  <dcterms:modified xsi:type="dcterms:W3CDTF">2026-03-27T23:45:25Z</dcterms:modified>
  <cp:category/>
</cp:coreProperties>
</file>