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536" r:id="rId3"/>
    <p:sldId id="527" r:id="rId4"/>
    <p:sldId id="529" r:id="rId5"/>
    <p:sldId id="530" r:id="rId6"/>
    <p:sldId id="538" r:id="rId7"/>
    <p:sldId id="531" r:id="rId8"/>
    <p:sldId id="532" r:id="rId9"/>
    <p:sldId id="537" r:id="rId10"/>
    <p:sldId id="539" r:id="rId11"/>
    <p:sldId id="5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71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8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504" y="48"/>
      </p:cViewPr>
      <p:guideLst>
        <p:guide orient="horz" pos="218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2440" y="307011"/>
            <a:ext cx="6787025" cy="29860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02440" y="3883454"/>
            <a:ext cx="6787025" cy="79228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3411" y="5266097"/>
            <a:ext cx="1482526" cy="365125"/>
          </a:xfrm>
        </p:spPr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167" y="5266096"/>
            <a:ext cx="202653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62931" y="5266095"/>
            <a:ext cx="2026534" cy="365125"/>
          </a:xfrm>
        </p:spPr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089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71081"/>
            <a:ext cx="10515600" cy="4277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59539-6AA4-4B20-8277-ACCA791514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FD5A-4082-4BE4-96FC-4C4C607629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4365" y="1847900"/>
            <a:ext cx="7747635" cy="74734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 381: MICROPROCESSORS</a:t>
            </a:r>
            <a:r>
              <a:rPr lang="en-US" sz="4600" dirty="0" smtClean="0"/>
              <a:t/>
            </a:r>
            <a:br>
              <a:rPr lang="en-US" sz="4600" dirty="0" smtClean="0"/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18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44365" y="3465683"/>
            <a:ext cx="7616190" cy="3540760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TOPIC :</a:t>
            </a:r>
          </a:p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MICROCONTROLLER BASED WATER TANK LEVEL MONITORING , FILLING AND TURBINE CONTROL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38" y="5825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Natasha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Enyonam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Kpodo-Eglu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7327423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Nana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Seguwa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Enyimnyam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Ephraim – 7323523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Fosu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Oscar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Ababio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7324023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Gyamera-Temeng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Alan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Kwabena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7325023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Dadebo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Basil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Nartey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Mawulom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Kojo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7321623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Kpegah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Wilmer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Seyram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7327223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Boateng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Osborn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7320923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Padikie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Claudia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Nyauyo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Lartey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7328323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Darko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Ronald – 7322023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8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OUTLINE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5305"/>
            <a:ext cx="10515600" cy="4363720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dirty="0" smtClean="0">
                <a:latin typeface="Helvetica" pitchFamily="2" charset="0"/>
                <a:sym typeface="+mn-ea"/>
              </a:rPr>
              <a:t> Introduction </a:t>
            </a:r>
            <a:endParaRPr lang="en-US" altLang="de-DE" dirty="0">
              <a:latin typeface="Helvetica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dirty="0">
                <a:latin typeface="Helvetica" pitchFamily="2" charset="0"/>
              </a:rPr>
              <a:t> </a:t>
            </a:r>
            <a:r>
              <a:rPr lang="en-US" altLang="de-DE" dirty="0" smtClean="0">
                <a:latin typeface="Helvetica" pitchFamily="2" charset="0"/>
              </a:rPr>
              <a:t>Problem Statement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dirty="0">
                <a:latin typeface="Helvetica" pitchFamily="2" charset="0"/>
              </a:rPr>
              <a:t> </a:t>
            </a:r>
            <a:r>
              <a:rPr lang="en-US" altLang="de-DE" dirty="0" smtClean="0">
                <a:latin typeface="Helvetica" pitchFamily="2" charset="0"/>
              </a:rPr>
              <a:t>Methodology</a:t>
            </a:r>
            <a:endParaRPr lang="en-US" altLang="de-DE" dirty="0">
              <a:latin typeface="Helvetica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dirty="0">
                <a:latin typeface="Helvetica" pitchFamily="2" charset="0"/>
              </a:rPr>
              <a:t> </a:t>
            </a:r>
            <a:r>
              <a:rPr lang="en-US" altLang="de-DE" dirty="0" smtClean="0">
                <a:latin typeface="Helvetica" pitchFamily="2" charset="0"/>
              </a:rPr>
              <a:t>Demonstration/Simulation</a:t>
            </a:r>
            <a:endParaRPr lang="en-US" altLang="de-DE" dirty="0">
              <a:latin typeface="Helvetica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dirty="0" smtClean="0">
                <a:latin typeface="Helvetica" pitchFamily="2" charset="0"/>
              </a:rPr>
              <a:t>Conclusion</a:t>
            </a:r>
            <a:endParaRPr lang="en-US" altLang="de-DE" dirty="0">
              <a:latin typeface="Helvetica" pitchFamily="2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SzPct val="53000"/>
              <a:buFont typeface="Wingdings" panose="05000000000000000000" pitchFamily="2" charset="2"/>
              <a:buChar char="v"/>
            </a:pPr>
            <a:r>
              <a:rPr lang="en-US" altLang="de-DE" b="1" dirty="0" smtClean="0">
                <a:solidFill>
                  <a:schemeClr val="tx1"/>
                </a:solidFill>
                <a:latin typeface="Helvetica" pitchFamily="2" charset="0"/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management is a critical challenge in both residential and industrial environments</a:t>
            </a:r>
          </a:p>
          <a:p>
            <a:pPr marL="571500" indent="-571500">
              <a:buSzPct val="50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monitoring of water levels often leads to wastage, overflow, or shortage. </a:t>
            </a:r>
          </a:p>
          <a:p>
            <a:pPr marL="571500" indent="-571500">
              <a:buSzPct val="50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automated system that monitors water levels, controls tank filling, and manages a turbine system using a microcontroller. </a:t>
            </a:r>
          </a:p>
          <a:p>
            <a:pPr marL="571500" indent="-571500">
              <a:buSzPct val="50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improve efficiency, reduce human intervention, and optimize water usage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altLang="de-DE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Many water tank systems rely on manual operation, which can lead to: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Water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overflow due to lack of </a:t>
            </a: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Dry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running of pumps causing </a:t>
            </a: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damage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nefficient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water </a:t>
            </a: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usage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integration with energy-generating systems like </a:t>
            </a: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turbines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SzPct val="100000"/>
              <a:buNone/>
            </a:pP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seeks to design a system that automatically: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Monitors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water levels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Controls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pump operation (filling</a:t>
            </a: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3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Activates </a:t>
            </a:r>
            <a:r>
              <a:rPr lang="en-US" sz="3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turbine based on water flow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de-DE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Arduino Uno                                      HR Motor Driver</a:t>
            </a:r>
          </a:p>
          <a:p>
            <a:r>
              <a:rPr lang="en-US" dirty="0" smtClean="0"/>
              <a:t>Breadboard</a:t>
            </a:r>
          </a:p>
          <a:p>
            <a:r>
              <a:rPr lang="en-US" dirty="0" smtClean="0"/>
              <a:t>Ultrasonic sensor</a:t>
            </a:r>
          </a:p>
          <a:p>
            <a:r>
              <a:rPr lang="en-US" dirty="0" smtClean="0"/>
              <a:t>Motor</a:t>
            </a:r>
          </a:p>
          <a:p>
            <a:r>
              <a:rPr lang="en-US" dirty="0" smtClean="0"/>
              <a:t>Buzzer</a:t>
            </a:r>
          </a:p>
          <a:p>
            <a:r>
              <a:rPr lang="en-US" dirty="0" smtClean="0"/>
              <a:t>Jumpers</a:t>
            </a:r>
          </a:p>
          <a:p>
            <a:r>
              <a:rPr lang="en-US" dirty="0" smtClean="0"/>
              <a:t>Resistor</a:t>
            </a:r>
          </a:p>
          <a:p>
            <a:r>
              <a:rPr lang="en-US" dirty="0" smtClean="0"/>
              <a:t>LED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86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170981"/>
            <a:ext cx="10515600" cy="50393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b="1" dirty="0">
                <a:latin typeface="Helvetica" pitchFamily="2" charset="0"/>
                <a:sym typeface="+mn-ea"/>
              </a:rPr>
              <a:t> </a:t>
            </a:r>
            <a:r>
              <a:rPr lang="en-US" altLang="de-DE" b="1" dirty="0" smtClean="0">
                <a:latin typeface="Helvetica" pitchFamily="2" charset="0"/>
                <a:sym typeface="+mn-ea"/>
              </a:rPr>
              <a:t>We used an ultrasonic sensor to detect movement of the level of the rising water.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b="1" dirty="0" smtClean="0">
                <a:latin typeface="Helvetica" pitchFamily="2" charset="0"/>
                <a:sym typeface="+mn-ea"/>
              </a:rPr>
              <a:t>When the water level is almost to the brim of the tank, the sensor detects and trips off the buzzer and red LED, causing an alarm to notify the user.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b="1" dirty="0" smtClean="0">
                <a:latin typeface="Helvetica" pitchFamily="2" charset="0"/>
                <a:sym typeface="+mn-ea"/>
              </a:rPr>
              <a:t>The motor was used to represent the pump.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Demonstration / Simulation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altLang="de-DE" dirty="0"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5" name="AutoShape 2" descr="blob:https://web.whatsapp.com/8d23c2dd-21f9-4ced-a25b-4c05d7c520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77" y="1663350"/>
            <a:ext cx="9697915" cy="4315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700" y="309985"/>
            <a:ext cx="10515600" cy="1325563"/>
          </a:xfrm>
        </p:spPr>
        <p:txBody>
          <a:bodyPr/>
          <a:lstStyle/>
          <a:p>
            <a:r>
              <a:rPr lang="en-US" dirty="0" smtClean="0"/>
              <a:t>Overview of Codes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764" y="1491484"/>
            <a:ext cx="3696830" cy="45434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666" y="1491483"/>
            <a:ext cx="3824654" cy="45434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821" y="1347419"/>
            <a:ext cx="2960078" cy="153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0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SUMMARY;</a:t>
            </a:r>
            <a:endParaRPr 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dirty="0">
                <a:latin typeface="Helvetica" pitchFamily="2" charset="0"/>
                <a:sym typeface="+mn-ea"/>
              </a:rPr>
              <a:t>Once the sensor detects water, the Buzzer sounds indicating that the tank is full and the motor automatically shuts down to prevent additional pumping.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de-DE" dirty="0">
                <a:latin typeface="Helvetica" pitchFamily="2" charset="0"/>
                <a:sym typeface="+mn-ea"/>
              </a:rPr>
              <a:t>This improves efficiency and prevents overflow of tanks, leading to wastage of water. </a:t>
            </a:r>
            <a:endParaRPr lang="en-US" altLang="de-DE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816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KWC light</Template>
  <TotalTime>1998</TotalTime>
  <Words>346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Helvetica</vt:lpstr>
      <vt:lpstr>Times New Roman</vt:lpstr>
      <vt:lpstr>Wingdings</vt:lpstr>
      <vt:lpstr>Office Theme</vt:lpstr>
      <vt:lpstr>COE 381: MICROPROCESSORS Group 18</vt:lpstr>
      <vt:lpstr>Group Members</vt:lpstr>
      <vt:lpstr>OUTLINE OF PRESENTATION</vt:lpstr>
      <vt:lpstr>Introduction </vt:lpstr>
      <vt:lpstr>Problem Statement</vt:lpstr>
      <vt:lpstr>Components</vt:lpstr>
      <vt:lpstr>METHODOLOGY</vt:lpstr>
      <vt:lpstr>Demonstration / Simulation</vt:lpstr>
      <vt:lpstr>Overview of Codes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Hope</dc:creator>
  <cp:lastModifiedBy>User</cp:lastModifiedBy>
  <cp:revision>145</cp:revision>
  <dcterms:created xsi:type="dcterms:W3CDTF">2023-07-24T14:47:00Z</dcterms:created>
  <dcterms:modified xsi:type="dcterms:W3CDTF">2026-03-31T14:03:22Z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FA347B2064AE4A298FF75A44832E6800_13</vt:lpwstr>
  </property>
  <property fmtid="{D5CDD505-2E9C-101B-9397-08002B2CF9AE}" pid="3" name="KSOProductBuildVer">
    <vt:lpwstr>2057-12.2.0.13359</vt:lpwstr>
  </property>
</Properties>
</file>