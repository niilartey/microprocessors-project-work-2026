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8" r:id="rId3"/>
    <p:sldId id="278" r:id="rId4"/>
    <p:sldId id="269" r:id="rId5"/>
    <p:sldId id="270" r:id="rId6"/>
    <p:sldId id="273" r:id="rId7"/>
    <p:sldId id="274" r:id="rId8"/>
    <p:sldId id="279" r:id="rId9"/>
    <p:sldId id="280" r:id="rId10"/>
    <p:sldId id="281" r:id="rId11"/>
    <p:sldId id="282" r:id="rId12"/>
    <p:sldId id="283" r:id="rId13"/>
    <p:sldId id="284" r:id="rId14"/>
    <p:sldId id="286" r:id="rId15"/>
    <p:sldId id="285" r:id="rId16"/>
    <p:sldId id="271" r:id="rId17"/>
    <p:sldId id="276" r:id="rId18"/>
    <p:sldId id="272" r:id="rId19"/>
    <p:sldId id="275" r:id="rId20"/>
    <p:sldId id="277" r:id="rId21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DB64F1-EB01-73F6-0C48-06410C70E8BE}" v="329" dt="2026-03-29T20:00:33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8DB64F1-EB01-73F6-0C48-06410C70E8BE}"/>
    <pc:docChg chg="modSld">
      <pc:chgData name="" userId="" providerId="" clId="Web-{D8DB64F1-EB01-73F6-0C48-06410C70E8BE}" dt="2026-03-29T19:04:00.066" v="1" actId="20577"/>
      <pc:docMkLst>
        <pc:docMk/>
      </pc:docMkLst>
      <pc:sldChg chg="modSp">
        <pc:chgData name="" userId="" providerId="" clId="Web-{D8DB64F1-EB01-73F6-0C48-06410C70E8BE}" dt="2026-03-29T19:04:00.066" v="1" actId="20577"/>
        <pc:sldMkLst>
          <pc:docMk/>
          <pc:sldMk cId="801923313" sldId="268"/>
        </pc:sldMkLst>
        <pc:spChg chg="mod">
          <ac:chgData name="" userId="" providerId="" clId="Web-{D8DB64F1-EB01-73F6-0C48-06410C70E8BE}" dt="2026-03-29T19:04:00.066" v="1" actId="20577"/>
          <ac:spMkLst>
            <pc:docMk/>
            <pc:sldMk cId="801923313" sldId="268"/>
            <ac:spMk id="229" creationId="{00000000-0000-0000-0000-000000000000}"/>
          </ac:spMkLst>
        </pc:spChg>
      </pc:sldChg>
    </pc:docChg>
  </pc:docChgLst>
  <pc:docChgLst>
    <pc:chgData name="Daniel AMOAH BAIDOO" userId="S::damoahbaidoo@st.knust.edu.gh::378b1cab-cd6a-451e-b6fe-0e491938ab3b" providerId="AD" clId="Web-{D8DB64F1-EB01-73F6-0C48-06410C70E8BE}"/>
    <pc:docChg chg="addSld delSld modSld sldOrd">
      <pc:chgData name="Daniel AMOAH BAIDOO" userId="S::damoahbaidoo@st.knust.edu.gh::378b1cab-cd6a-451e-b6fe-0e491938ab3b" providerId="AD" clId="Web-{D8DB64F1-EB01-73F6-0C48-06410C70E8BE}" dt="2026-03-29T20:00:26.323" v="322" actId="20577"/>
      <pc:docMkLst>
        <pc:docMk/>
      </pc:docMkLst>
      <pc:sldChg chg="modSp">
        <pc:chgData name="Daniel AMOAH BAIDOO" userId="S::damoahbaidoo@st.knust.edu.gh::378b1cab-cd6a-451e-b6fe-0e491938ab3b" providerId="AD" clId="Web-{D8DB64F1-EB01-73F6-0C48-06410C70E8BE}" dt="2026-03-29T19:11:54.773" v="69" actId="20577"/>
        <pc:sldMkLst>
          <pc:docMk/>
          <pc:sldMk cId="801923313" sldId="268"/>
        </pc:sldMkLst>
        <pc:spChg chg="mod">
          <ac:chgData name="Daniel AMOAH BAIDOO" userId="S::damoahbaidoo@st.knust.edu.gh::378b1cab-cd6a-451e-b6fe-0e491938ab3b" providerId="AD" clId="Web-{D8DB64F1-EB01-73F6-0C48-06410C70E8BE}" dt="2026-03-29T19:11:54.773" v="69" actId="20577"/>
          <ac:spMkLst>
            <pc:docMk/>
            <pc:sldMk cId="801923313" sldId="268"/>
            <ac:spMk id="229" creationId="{00000000-0000-0000-0000-000000000000}"/>
          </ac:spMkLst>
        </pc:spChg>
      </pc:sldChg>
      <pc:sldChg chg="modSp">
        <pc:chgData name="Daniel AMOAH BAIDOO" userId="S::damoahbaidoo@st.knust.edu.gh::378b1cab-cd6a-451e-b6fe-0e491938ab3b" providerId="AD" clId="Web-{D8DB64F1-EB01-73F6-0C48-06410C70E8BE}" dt="2026-03-29T19:52:19.437" v="285" actId="20577"/>
        <pc:sldMkLst>
          <pc:docMk/>
          <pc:sldMk cId="3026450457" sldId="271"/>
        </pc:sldMkLst>
        <pc:spChg chg="mod">
          <ac:chgData name="Daniel AMOAH BAIDOO" userId="S::damoahbaidoo@st.knust.edu.gh::378b1cab-cd6a-451e-b6fe-0e491938ab3b" providerId="AD" clId="Web-{D8DB64F1-EB01-73F6-0C48-06410C70E8BE}" dt="2026-03-29T19:52:19.437" v="285" actId="20577"/>
          <ac:spMkLst>
            <pc:docMk/>
            <pc:sldMk cId="3026450457" sldId="271"/>
            <ac:spMk id="3" creationId="{CF3D0778-F6F9-40CF-8A4E-41D3ECFCC7B7}"/>
          </ac:spMkLst>
        </pc:spChg>
      </pc:sldChg>
      <pc:sldChg chg="modSp">
        <pc:chgData name="Daniel AMOAH BAIDOO" userId="S::damoahbaidoo@st.knust.edu.gh::378b1cab-cd6a-451e-b6fe-0e491938ab3b" providerId="AD" clId="Web-{D8DB64F1-EB01-73F6-0C48-06410C70E8BE}" dt="2026-03-29T19:10:40.536" v="65" actId="20577"/>
        <pc:sldMkLst>
          <pc:docMk/>
          <pc:sldMk cId="3338593332" sldId="275"/>
        </pc:sldMkLst>
        <pc:spChg chg="mod">
          <ac:chgData name="Daniel AMOAH BAIDOO" userId="S::damoahbaidoo@st.knust.edu.gh::378b1cab-cd6a-451e-b6fe-0e491938ab3b" providerId="AD" clId="Web-{D8DB64F1-EB01-73F6-0C48-06410C70E8BE}" dt="2026-03-29T19:10:40.536" v="65" actId="20577"/>
          <ac:spMkLst>
            <pc:docMk/>
            <pc:sldMk cId="3338593332" sldId="275"/>
            <ac:spMk id="3" creationId="{7F325329-3C0D-1837-83A5-449FC8307EC4}"/>
          </ac:spMkLst>
        </pc:spChg>
      </pc:sldChg>
      <pc:sldChg chg="modSp">
        <pc:chgData name="Daniel AMOAH BAIDOO" userId="S::damoahbaidoo@st.knust.edu.gh::378b1cab-cd6a-451e-b6fe-0e491938ab3b" providerId="AD" clId="Web-{D8DB64F1-EB01-73F6-0C48-06410C70E8BE}" dt="2026-03-29T20:00:26.323" v="322" actId="20577"/>
        <pc:sldMkLst>
          <pc:docMk/>
          <pc:sldMk cId="3763272993" sldId="276"/>
        </pc:sldMkLst>
        <pc:spChg chg="mod">
          <ac:chgData name="Daniel AMOAH BAIDOO" userId="S::damoahbaidoo@st.knust.edu.gh::378b1cab-cd6a-451e-b6fe-0e491938ab3b" providerId="AD" clId="Web-{D8DB64F1-EB01-73F6-0C48-06410C70E8BE}" dt="2026-03-29T20:00:26.323" v="322" actId="20577"/>
          <ac:spMkLst>
            <pc:docMk/>
            <pc:sldMk cId="3763272993" sldId="276"/>
            <ac:spMk id="3" creationId="{E4CA339B-9993-A1CC-56DF-B28B71AE30FA}"/>
          </ac:spMkLst>
        </pc:spChg>
      </pc:sldChg>
      <pc:sldChg chg="modSp">
        <pc:chgData name="Daniel AMOAH BAIDOO" userId="S::damoahbaidoo@st.knust.edu.gh::378b1cab-cd6a-451e-b6fe-0e491938ab3b" providerId="AD" clId="Web-{D8DB64F1-EB01-73F6-0C48-06410C70E8BE}" dt="2026-03-29T19:42:47.202" v="159" actId="20577"/>
        <pc:sldMkLst>
          <pc:docMk/>
          <pc:sldMk cId="2353584937" sldId="278"/>
        </pc:sldMkLst>
        <pc:spChg chg="mod">
          <ac:chgData name="Daniel AMOAH BAIDOO" userId="S::damoahbaidoo@st.knust.edu.gh::378b1cab-cd6a-451e-b6fe-0e491938ab3b" providerId="AD" clId="Web-{D8DB64F1-EB01-73F6-0C48-06410C70E8BE}" dt="2026-03-29T19:42:47.202" v="159" actId="20577"/>
          <ac:spMkLst>
            <pc:docMk/>
            <pc:sldMk cId="2353584937" sldId="278"/>
            <ac:spMk id="3" creationId="{7979D5C3-4A7D-71D7-E621-57BE799C6428}"/>
          </ac:spMkLst>
        </pc:spChg>
      </pc:sldChg>
      <pc:sldChg chg="addSp delSp modSp new mod setBg">
        <pc:chgData name="Daniel AMOAH BAIDOO" userId="S::damoahbaidoo@st.knust.edu.gh::378b1cab-cd6a-451e-b6fe-0e491938ab3b" providerId="AD" clId="Web-{D8DB64F1-EB01-73F6-0C48-06410C70E8BE}" dt="2026-03-29T19:41:27.118" v="128" actId="14100"/>
        <pc:sldMkLst>
          <pc:docMk/>
          <pc:sldMk cId="1661955434" sldId="285"/>
        </pc:sldMkLst>
        <pc:spChg chg="mod">
          <ac:chgData name="Daniel AMOAH BAIDOO" userId="S::damoahbaidoo@st.knust.edu.gh::378b1cab-cd6a-451e-b6fe-0e491938ab3b" providerId="AD" clId="Web-{D8DB64F1-EB01-73F6-0C48-06410C70E8BE}" dt="2026-03-29T19:15:28.935" v="91"/>
          <ac:spMkLst>
            <pc:docMk/>
            <pc:sldMk cId="1661955434" sldId="285"/>
            <ac:spMk id="2" creationId="{6C5C73A3-24A5-2ECF-F191-ABEB2F3910F3}"/>
          </ac:spMkLst>
        </pc:spChg>
        <pc:spChg chg="mod">
          <ac:chgData name="Daniel AMOAH BAIDOO" userId="S::damoahbaidoo@st.knust.edu.gh::378b1cab-cd6a-451e-b6fe-0e491938ab3b" providerId="AD" clId="Web-{D8DB64F1-EB01-73F6-0C48-06410C70E8BE}" dt="2026-03-29T19:39:59.803" v="121" actId="20577"/>
          <ac:spMkLst>
            <pc:docMk/>
            <pc:sldMk cId="1661955434" sldId="285"/>
            <ac:spMk id="3" creationId="{FF084FAE-49F7-00BB-D944-973BD091E2D2}"/>
          </ac:spMkLst>
        </pc:spChg>
        <pc:spChg chg="add">
          <ac:chgData name="Daniel AMOAH BAIDOO" userId="S::damoahbaidoo@st.knust.edu.gh::378b1cab-cd6a-451e-b6fe-0e491938ab3b" providerId="AD" clId="Web-{D8DB64F1-EB01-73F6-0C48-06410C70E8BE}" dt="2026-03-29T19:15:28.935" v="91"/>
          <ac:spMkLst>
            <pc:docMk/>
            <pc:sldMk cId="1661955434" sldId="285"/>
            <ac:spMk id="9" creationId="{1A95671B-3CC6-4792-9114-B74FAEA224E6}"/>
          </ac:spMkLst>
        </pc:spChg>
        <pc:picChg chg="add del mod">
          <ac:chgData name="Daniel AMOAH BAIDOO" userId="S::damoahbaidoo@st.knust.edu.gh::378b1cab-cd6a-451e-b6fe-0e491938ab3b" providerId="AD" clId="Web-{D8DB64F1-EB01-73F6-0C48-06410C70E8BE}" dt="2026-03-29T19:35:02.689" v="117"/>
          <ac:picMkLst>
            <pc:docMk/>
            <pc:sldMk cId="1661955434" sldId="285"/>
            <ac:picMk id="4" creationId="{E653101F-6C7D-EA61-050D-B32847E7045F}"/>
          </ac:picMkLst>
        </pc:picChg>
        <pc:picChg chg="add mod">
          <ac:chgData name="Daniel AMOAH BAIDOO" userId="S::damoahbaidoo@st.knust.edu.gh::378b1cab-cd6a-451e-b6fe-0e491938ab3b" providerId="AD" clId="Web-{D8DB64F1-EB01-73F6-0C48-06410C70E8BE}" dt="2026-03-29T19:41:27.118" v="128" actId="14100"/>
          <ac:picMkLst>
            <pc:docMk/>
            <pc:sldMk cId="1661955434" sldId="285"/>
            <ac:picMk id="5" creationId="{24D8A277-3D6C-6407-86A9-417C753C151D}"/>
          </ac:picMkLst>
        </pc:picChg>
      </pc:sldChg>
      <pc:sldChg chg="addSp delSp modSp add ord replId">
        <pc:chgData name="Daniel AMOAH BAIDOO" userId="S::damoahbaidoo@st.knust.edu.gh::378b1cab-cd6a-451e-b6fe-0e491938ab3b" providerId="AD" clId="Web-{D8DB64F1-EB01-73F6-0C48-06410C70E8BE}" dt="2026-03-29T19:58:40.911" v="311" actId="1076"/>
        <pc:sldMkLst>
          <pc:docMk/>
          <pc:sldMk cId="930203992" sldId="286"/>
        </pc:sldMkLst>
        <pc:picChg chg="add mod">
          <ac:chgData name="Daniel AMOAH BAIDOO" userId="S::damoahbaidoo@st.knust.edu.gh::378b1cab-cd6a-451e-b6fe-0e491938ab3b" providerId="AD" clId="Web-{D8DB64F1-EB01-73F6-0C48-06410C70E8BE}" dt="2026-03-29T19:58:40.911" v="311" actId="1076"/>
          <ac:picMkLst>
            <pc:docMk/>
            <pc:sldMk cId="930203992" sldId="286"/>
            <ac:picMk id="4" creationId="{D25C74BF-F927-911E-58A6-361801E26722}"/>
          </ac:picMkLst>
        </pc:picChg>
        <pc:picChg chg="del">
          <ac:chgData name="Daniel AMOAH BAIDOO" userId="S::damoahbaidoo@st.knust.edu.gh::378b1cab-cd6a-451e-b6fe-0e491938ab3b" providerId="AD" clId="Web-{D8DB64F1-EB01-73F6-0C48-06410C70E8BE}" dt="2026-03-29T19:57:07.546" v="301"/>
          <ac:picMkLst>
            <pc:docMk/>
            <pc:sldMk cId="930203992" sldId="286"/>
            <ac:picMk id="5" creationId="{B332F6FF-B746-E711-08AE-2904131F48C7}"/>
          </ac:picMkLst>
        </pc:picChg>
      </pc:sldChg>
      <pc:sldChg chg="new del">
        <pc:chgData name="Daniel AMOAH BAIDOO" userId="S::damoahbaidoo@st.knust.edu.gh::378b1cab-cd6a-451e-b6fe-0e491938ab3b" providerId="AD" clId="Web-{D8DB64F1-EB01-73F6-0C48-06410C70E8BE}" dt="2026-03-29T19:35:29.565" v="119"/>
        <pc:sldMkLst>
          <pc:docMk/>
          <pc:sldMk cId="3358910542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6A738-AE26-4C90-B4DC-B8EA1200FA29}" type="datetimeFigureOut">
              <a:rPr lang="en-GH" smtClean="0"/>
              <a:t>29/03/2026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E7D83-5FA5-4C0D-9B19-1A7511A6428E}" type="slidenum">
              <a:rPr lang="en-GH" smtClean="0"/>
              <a:t>‹#›</a:t>
            </a:fld>
            <a:endParaRPr lang="en-G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226" name="Google Shape;226;p1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2510AFC-162D-4608-BC9E-91F819E2DB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cda02925c_0_3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239" name="Google Shape;239;g31cda02925c_0_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1C4C9A4-7325-484D-815F-ECC11B6C28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6BE747C-55E2-4F50-8F65-7BFA56786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4EA46FA-EE78-47C7-8278-22DF8EB93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51D17EF-A57C-4CB4-969E-9A4C2132CC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BD8796A-6F7E-4E06-967F-9A15F8927C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160B639-AD48-4123-AE02-C8EB0B1AD6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67AE5A1-6889-461E-9C8D-EF1605BD7F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EC28155-D2F9-4ADD-955D-200BD078D0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C33180D-96CC-4072-9EC2-72F31607F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5F0D2B0-F232-4373-BF3E-D9ED4BB6BA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E748201-0BE7-4431-BEB3-C2CABFF40C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A9E6970-4BC7-4007-A399-1AE6FA29E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CF6D1D0-261C-4961-888B-C343725406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 noEditPoints="1"/>
          </p:cNvSpPr>
          <p:nvPr>
            <p:ph type="title"/>
          </p:nvPr>
        </p:nvSpPr>
        <p:spPr>
          <a:xfrm>
            <a:off x="838200" y="6089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9" name="Google Shape;19;p3"/>
          <p:cNvSpPr>
            <a:spLocks noGrp="1" noEditPoints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>
            <a:lvl1pPr marL="609585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Char char="▪"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400"/>
              <a:buChar char="▪"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400"/>
              <a:buChar char="▪"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400"/>
              <a:buChar char="▪"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400"/>
              <a:buChar char="▪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pPr lvl="0"/>
          </a:p>
        </p:txBody>
      </p:sp>
      <p:sp>
        <p:nvSpPr>
          <p:cNvPr id="20" name="Google Shape;20;p3"/>
          <p:cNvSpPr>
            <a:spLocks noGrp="1" noEditPoints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pPr defTabSz="1219170"/>
            <a:endParaRPr lang="en-GH" kern="0"/>
          </a:p>
        </p:txBody>
      </p:sp>
      <p:sp>
        <p:nvSpPr>
          <p:cNvPr id="21" name="Google Shape;21;p3"/>
          <p:cNvSpPr>
            <a:spLocks noGrp="1" noEditPoints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pPr defTabSz="1219170"/>
            <a:endParaRPr lang="en-GH" kern="0"/>
          </a:p>
        </p:txBody>
      </p:sp>
      <p:sp>
        <p:nvSpPr>
          <p:cNvPr id="22" name="Google Shape;22;p3"/>
          <p:cNvSpPr>
            <a:spLocks noGrp="1" noEditPoints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/>
            <a:fld id="{00000000-1234-1234-1234-123412341234}" type="slidenum">
              <a:rPr lang="en" kern="0" smtClean="0"/>
              <a:t>‹#›</a:t>
            </a:fld>
            <a:endParaRPr lang="en" ker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>
          <a:blip r:embed="rId1">
            <a:alphaModFix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>
            <a:spLocks noGrp="1" noEditPoints="1"/>
          </p:cNvSpPr>
          <p:nvPr>
            <p:ph type="title"/>
          </p:nvPr>
        </p:nvSpPr>
        <p:spPr>
          <a:xfrm>
            <a:off x="4902444" y="307012"/>
            <a:ext cx="6787025" cy="2986087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3" name="Google Shape;13;p2"/>
          <p:cNvSpPr>
            <a:spLocks noGrp="1" noEditPoints="1"/>
          </p:cNvSpPr>
          <p:nvPr>
            <p:ph type="body" idx="1"/>
          </p:nvPr>
        </p:nvSpPr>
        <p:spPr>
          <a:xfrm>
            <a:off x="4902444" y="3883457"/>
            <a:ext cx="6787025" cy="792283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>
            <a:lvl1pPr marL="609585" indent="-304792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2400">
                <a:solidFill>
                  <a:srgbClr val="171616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500"/>
              <a:buNone/>
              <a:defRPr sz="2000">
                <a:solidFill>
                  <a:srgbClr val="8E8A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400"/>
              <a:buNone/>
              <a:defRPr sz="1867">
                <a:solidFill>
                  <a:srgbClr val="8E8A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E8A88"/>
              </a:buClr>
              <a:buSzPts val="1200"/>
              <a:buNone/>
              <a:defRPr sz="1600">
                <a:solidFill>
                  <a:srgbClr val="8E8A88"/>
                </a:solidFill>
              </a:defRPr>
            </a:lvl9pPr>
          </a:lstStyle>
          <a:p>
            <a:pPr lvl="0"/>
          </a:p>
        </p:txBody>
      </p:sp>
      <p:sp>
        <p:nvSpPr>
          <p:cNvPr id="14" name="Google Shape;14;p2"/>
          <p:cNvSpPr>
            <a:spLocks noGrp="1" noEditPoints="1"/>
          </p:cNvSpPr>
          <p:nvPr>
            <p:ph type="dt" idx="10"/>
          </p:nvPr>
        </p:nvSpPr>
        <p:spPr>
          <a:xfrm>
            <a:off x="5023414" y="5266102"/>
            <a:ext cx="1482527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pPr defTabSz="1219170"/>
            <a:endParaRPr lang="en-GH" kern="0"/>
          </a:p>
        </p:txBody>
      </p:sp>
      <p:sp>
        <p:nvSpPr>
          <p:cNvPr id="15" name="Google Shape;15;p2"/>
          <p:cNvSpPr>
            <a:spLocks noGrp="1" noEditPoints="1"/>
          </p:cNvSpPr>
          <p:nvPr>
            <p:ph type="ftr" idx="11"/>
          </p:nvPr>
        </p:nvSpPr>
        <p:spPr>
          <a:xfrm>
            <a:off x="7071168" y="5266100"/>
            <a:ext cx="2026535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pPr defTabSz="1219170"/>
            <a:endParaRPr lang="en-GH" kern="0"/>
          </a:p>
        </p:txBody>
      </p:sp>
      <p:sp>
        <p:nvSpPr>
          <p:cNvPr id="16" name="Google Shape;16;p2"/>
          <p:cNvSpPr>
            <a:spLocks noGrp="1" noEditPoints="1"/>
          </p:cNvSpPr>
          <p:nvPr>
            <p:ph type="sldNum" idx="12"/>
          </p:nvPr>
        </p:nvSpPr>
        <p:spPr>
          <a:xfrm>
            <a:off x="9662934" y="5266099"/>
            <a:ext cx="2026535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/>
            <a:fld id="{00000000-1234-1234-1234-123412341234}" type="slidenum">
              <a:rPr lang="en" kern="0" smtClean="0"/>
              <a:t>‹#›</a:t>
            </a:fld>
            <a:endParaRPr lang="en" ker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>
            <a:spLocks noGrp="1" noEditPoints="1"/>
          </p:cNvSpPr>
          <p:nvPr>
            <p:ph type="title"/>
          </p:nvPr>
        </p:nvSpPr>
        <p:spPr>
          <a:xfrm>
            <a:off x="838200" y="6089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sym typeface="Arial" pitchFamily="34" charset="0" panose="020B0604020202020204"/>
              </a:defRPr>
            </a:lvl9pPr>
          </a:lstStyle>
          <a:p/>
        </p:txBody>
      </p:sp>
      <p:sp>
        <p:nvSpPr>
          <p:cNvPr id="7" name="Google Shape;7;p1"/>
          <p:cNvSpPr>
            <a:spLocks noGrp="1" noEditPoints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>
            <a:lvl1pPr marL="457200" marR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71616"/>
              </a:buClr>
              <a:buSzPts val="2100"/>
              <a:buFont typeface="Noto Sans Symbols"/>
              <a:buChar char="▪"/>
              <a:defRPr sz="2100" b="0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itchFamily="34" charset="0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itchFamily="34" charset="0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itchFamily="34" charset="0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itchFamily="34" charset="0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</a:p>
        </p:txBody>
      </p:sp>
      <p:sp>
        <p:nvSpPr>
          <p:cNvPr id="8" name="Google Shape;8;p1"/>
          <p:cNvSpPr>
            <a:spLocks noGrp="1" noEditPoints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>
            <a:spLocks noGrp="1" noEditPoints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 panose="020B0604020202020204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>
            <a:spLocks noGrp="1" noEditPoints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itchFamily="34" charset="0" panose="020B0604020202020204"/>
              <a:buNone/>
              <a:defRPr sz="1200" b="0" i="0" u="none" strike="noStrike" cap="none">
                <a:solidFill>
                  <a:srgbClr val="8E8A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xStyles>
    <p:title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9pPr>
    </p:titleStyle>
    <p:body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itchFamily="34" charset="0" panose="020B0604020202020204"/>
        <a:defRPr sz="1867" b="0" i="0" u="none" strike="noStrike" cap="none">
          <a:solidFill>
            <a:srgbClr val="000000"/>
          </a:solidFill>
          <a:latin typeface="Arial" pitchFamily="34" charset="0" panose="020B0604020202020204"/>
          <a:ea typeface="Arial" pitchFamily="34" charset="0" panose="020B0604020202020204"/>
          <a:cs typeface="Arial" pitchFamily="34" charset="0" panose="020B0604020202020204"/>
          <a:sym typeface="Arial" pitchFamily="34" charset="0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>
            <a:spLocks noGrp="1" noEditPoints="1"/>
          </p:cNvSpPr>
          <p:nvPr>
            <p:ph type="title"/>
          </p:nvPr>
        </p:nvSpPr>
        <p:spPr>
          <a:xfrm>
            <a:off x="4536267" y="1083867"/>
            <a:ext cx="7231663" cy="556090"/>
          </a:xfrm>
          <a:prstGeom prst="rect">
            <a:avLst/>
          </a:prstGeom>
          <a:noFill/>
          <a:ln>
            <a:noFill/>
          </a:ln>
        </p:spPr>
        <p:txBody>
          <a:bodyPr wrap="square" lIns="91433" tIns="45700" rIns="91433" bIns="45700" anchor="b">
            <a:normAutofit fontScale="90000"/>
          </a:bodyPr>
          <a:lstStyle/>
          <a:p>
            <a:pPr algn="l">
              <a:lnSpc>
                <a:spcPct val="100000"/>
              </a:lnSpc>
              <a:buClr>
                <a:srgbClr val="000000"/>
              </a:buClr>
              <a:buSzPct val="112000"/>
            </a:pPr>
            <a:r>
              <a:rPr lang="en-US" sz="3533" dirty="0">
                <a:latin typeface="Helvetica Neue"/>
                <a:ea typeface="Helvetica Neue"/>
                <a:cs typeface="Helvetica Neue"/>
                <a:sym typeface="Helvetica Neue"/>
              </a:rPr>
              <a:t>GROUP 9</a:t>
            </a:r>
            <a:endParaRPr sz="3533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25"/>
          <p:cNvSpPr>
            <a:spLocks noGrp="1" noEditPoints="1"/>
          </p:cNvSpPr>
          <p:nvPr>
            <p:ph type="body" idx="1"/>
          </p:nvPr>
        </p:nvSpPr>
        <p:spPr>
          <a:xfrm>
            <a:off x="4812867" y="1828800"/>
            <a:ext cx="5981029" cy="4458173"/>
          </a:xfrm>
          <a:prstGeom prst="rect">
            <a:avLst/>
          </a:prstGeom>
          <a:noFill/>
          <a:ln>
            <a:noFill/>
          </a:ln>
        </p:spPr>
        <p:txBody>
          <a:bodyPr wrap="square" lIns="91433" tIns="45700" rIns="91433" bIns="45700" anchor="t">
            <a:noAutofit/>
          </a:bodyPr>
          <a:lstStyle/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Azasu</a:t>
            </a: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 Angelo                          –    7319123</a:t>
            </a: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Amidu </a:t>
            </a:r>
            <a:r>
              <a:rPr lang="en-US" sz="2050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Najlaau</a:t>
            </a: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 Abdul              –   7313523</a:t>
            </a:r>
            <a:endParaRPr lang="en-US" sz="2050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Asare Crystal                            –   7316923</a:t>
            </a:r>
            <a:endParaRPr lang="en-US" sz="205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Anuklu</a:t>
            </a: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 Wilson                         –   7315523</a:t>
            </a:r>
            <a:endParaRPr lang="en-US" sz="2050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Hamdan </a:t>
            </a:r>
            <a:r>
              <a:rPr lang="en-US" sz="2050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Ngmeninbin</a:t>
            </a:r>
            <a:r>
              <a:rPr lang="en-US" sz="205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 Banda    –   7319923</a:t>
            </a:r>
            <a:endParaRPr lang="en-US" sz="2050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Appiah Christian Senior           –   7315623</a:t>
            </a:r>
            <a:endParaRPr lang="en-US" sz="205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Asante Yaw Gyamfi                 –   7316823</a:t>
            </a:r>
            <a:endParaRPr lang="en-US" sz="205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Appiah Julian                           –    7315723</a:t>
            </a:r>
            <a:endParaRPr lang="en-US" sz="205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342900" indent="-342900" algn="l">
              <a:lnSpc>
                <a:spcPct val="70000"/>
              </a:lnSpc>
              <a:buFont typeface="Arial" pitchFamily="34" charset="0" panose="020B0604020202020204"/>
              <a:buChar char="•"/>
            </a:pPr>
            <a:r>
              <a:rPr lang="en-US" sz="205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Amoah Baidoo Daniel              -    7314023</a:t>
            </a:r>
            <a:endParaRPr sz="205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  <a:sym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>
                <a:latin typeface="Times New Roman" pitchFamily="18" charset="0" panose="02020603050405020304"/>
                <a:cs typeface="Times New Roman" pitchFamily="18" charset="0" panose="02020603050405020304"/>
              </a:rPr>
              <a:t>• Problem Statement </a:t>
            </a:r>
            <a:endParaRPr lang="en-US" sz="240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>
                <a:latin typeface="Times New Roman" pitchFamily="18" charset="0" panose="02020603050405020304"/>
                <a:cs typeface="Times New Roman" pitchFamily="18" charset="0" panose="02020603050405020304"/>
              </a:rPr>
              <a:t>• Methodology - Components Used, approach taken, Code and Schematics.</a:t>
            </a:r>
            <a:endParaRPr lang="en-US" sz="240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• Simulation/Demonstration - Output and key takea</a:t>
            </a:r>
            <a:r>
              <a:rPr lang="en-US" sz="2400">
                <a:latin typeface="Times New Roman" pitchFamily="18" charset="0" panose="02020603050405020304"/>
                <a:cs typeface="Times New Roman" pitchFamily="18" charset="0" panose="02020603050405020304"/>
              </a:rPr>
              <a:t>ways</a:t>
            </a:r>
            <a:endParaRPr lang="en-US" sz="240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• Conclusion – Findings, challenges encountered and possible improvements.</a:t>
            </a:r>
            <a:endParaRPr lang="en-US" sz="2400" dirty="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151765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endParaRPr lang="en-G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>
            <a:spLocks noGrp="1" noEditPoints="1"/>
          </p:cNvSpPr>
          <p:nvPr>
            <p:ph type="title"/>
          </p:nvPr>
        </p:nvSpPr>
        <p:spPr>
          <a:xfrm>
            <a:off x="838200" y="629267"/>
            <a:ext cx="10515600" cy="603200"/>
          </a:xfrm>
          <a:prstGeom prst="rect">
            <a:avLst/>
          </a:prstGeom>
          <a:noFill/>
          <a:ln>
            <a:noFill/>
          </a:ln>
        </p:spPr>
        <p:txBody>
          <a:bodyPr wrap="square" lIns="91433" tIns="45700" rIns="91433" bIns="45700" anchor="ctr">
            <a:noAutofit/>
          </a:bodyPr>
          <a:lstStyle/>
          <a:p>
            <a:pPr algn="ctr">
              <a:lnSpc>
                <a:spcPct val="100000"/>
              </a:lnSpc>
              <a:buSzPts val="2800"/>
            </a:pPr>
            <a:r>
              <a:rPr lang="en" sz="320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  <a:sym typeface="Times New Roman" pitchFamily="18" charset="0" panose="02020603050405020304"/>
              </a:rPr>
              <a:t>PROBLEM STATEMENT</a:t>
            </a:r>
            <a:endParaRPr sz="3067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  <a:sym typeface="Times New Roman" pitchFamily="18" charset="0" panose="02020603050405020304"/>
            </a:endParaRPr>
          </a:p>
        </p:txBody>
      </p:sp>
      <p:sp>
        <p:nvSpPr>
          <p:cNvPr id="242" name="Google Shape;242;p27"/>
          <p:cNvSpPr>
            <a:spLocks noGrp="1" noEditPoints="1"/>
          </p:cNvSpPr>
          <p:nvPr>
            <p:ph type="body" idx="1"/>
          </p:nvPr>
        </p:nvSpPr>
        <p:spPr>
          <a:xfrm>
            <a:off x="838200" y="1311965"/>
            <a:ext cx="10515600" cy="4916768"/>
          </a:xfrm>
          <a:prstGeom prst="rect">
            <a:avLst/>
          </a:prstGeom>
          <a:noFill/>
          <a:ln>
            <a:noFill/>
          </a:ln>
        </p:spPr>
        <p:txBody>
          <a:bodyPr wrap="square" lIns="91433" tIns="45700" rIns="91433" bIns="45700" anchor="t">
            <a:noAutofit/>
          </a:bodyPr>
          <a:lstStyle/>
          <a:p>
            <a:pPr marL="376766" indent="-34290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 pitchFamily="34" charset="0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 panose="02020603050405020304"/>
                <a:ea typeface="Helvetica Neue"/>
                <a:cs typeface="Times New Roman" pitchFamily="18" charset="0" panose="02020603050405020304"/>
                <a:sym typeface="Helvetica Neue"/>
              </a:rPr>
              <a:t>Traditional taps present significant challenges regarding cross-contamination through physical contact, leading to the spread of pathogens.</a:t>
            </a:r>
          </a:p>
          <a:p>
            <a:pPr marL="376766" indent="-34290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 pitchFamily="34" charset="0" panose="020B0604020202020204"/>
              <a:buChar char="•"/>
            </a:pPr>
            <a:endParaRPr lang="en-US" sz="2400" dirty="0">
              <a:solidFill>
                <a:srgbClr val="000000"/>
              </a:solidFill>
              <a:latin typeface="Times New Roman" pitchFamily="18" charset="0" panose="02020603050405020304"/>
              <a:ea typeface="Helvetica Neue"/>
              <a:cs typeface="Times New Roman" pitchFamily="18" charset="0" panose="02020603050405020304"/>
              <a:sym typeface="Helvetica Neue"/>
            </a:endParaRPr>
          </a:p>
          <a:p>
            <a:pPr marL="376766" indent="-34290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 pitchFamily="34" charset="0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 panose="02020603050405020304"/>
                <a:ea typeface="Helvetica Neue"/>
                <a:cs typeface="Times New Roman" pitchFamily="18" charset="0" panose="02020603050405020304"/>
                <a:sym typeface="Helvetica Neue"/>
              </a:rPr>
              <a:t>These system often result in unnecessary water wastage due to leaving taps running and can be difficult to operate for individuals with limited physical mobility.</a:t>
            </a:r>
          </a:p>
          <a:p>
            <a:pPr marL="376766" indent="-34290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 pitchFamily="34" charset="0" panose="020B0604020202020204"/>
              <a:buChar char="•"/>
            </a:pPr>
            <a:endParaRPr lang="en-US" sz="2400" dirty="0">
              <a:solidFill>
                <a:srgbClr val="000000"/>
              </a:solidFill>
              <a:latin typeface="Times New Roman" pitchFamily="18" charset="0" panose="02020603050405020304"/>
              <a:ea typeface="Helvetica Neue"/>
              <a:cs typeface="Times New Roman" pitchFamily="18" charset="0" panose="02020603050405020304"/>
              <a:sym typeface="Helvetica Neue"/>
            </a:endParaRPr>
          </a:p>
          <a:p>
            <a:pPr marL="376766" indent="-34290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 pitchFamily="34" charset="0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 panose="02020603050405020304"/>
                <a:ea typeface="Helvetica Neue"/>
                <a:cs typeface="Times New Roman" pitchFamily="18" charset="0" panose="02020603050405020304"/>
                <a:sym typeface="Helvetica Neue"/>
              </a:rPr>
              <a:t>There is a need for  a contactless, automated solution that ensures hygiene, minimizes water loss and provides ease of use.</a:t>
            </a:r>
            <a:endParaRPr sz="2400" dirty="0">
              <a:solidFill>
                <a:srgbClr val="000000"/>
              </a:solidFill>
              <a:latin typeface="Times New Roman" pitchFamily="18" charset="0" panose="02020603050405020304"/>
              <a:ea typeface="Helvetica Neue"/>
              <a:cs typeface="Times New Roman" pitchFamily="18" charset="0" panose="02020603050405020304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771649"/>
            <a:ext cx="10515600" cy="4477427"/>
          </a:xfrm>
        </p:spPr>
        <p:txBody>
          <a:bodyPr/>
          <a:lstStyle/>
          <a:p>
            <a:pPr marL="186262" indent="0">
              <a:buNone/>
            </a:pPr>
            <a:r>
              <a:rPr lang="en-US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COMPONENTS USED;</a:t>
            </a:r>
          </a:p>
          <a:p>
            <a:r>
              <a:rPr lang="en-US" sz="2400" dirty="0"/>
              <a:t>SDPT Relay and 2N2222 Transistor</a:t>
            </a:r>
          </a:p>
          <a:p>
            <a:r>
              <a:rPr lang="en-US" sz="2400" dirty="0"/>
              <a:t>Breadboard</a:t>
            </a:r>
          </a:p>
          <a:p>
            <a:r>
              <a:rPr lang="en-US" sz="2400" dirty="0"/>
              <a:t>Ultrasonic Sensor </a:t>
            </a:r>
          </a:p>
          <a:p>
            <a:r>
              <a:rPr lang="en-US" sz="2400" dirty="0"/>
              <a:t>RGB LED</a:t>
            </a:r>
          </a:p>
          <a:p>
            <a:r>
              <a:rPr lang="en-US" sz="2400" dirty="0"/>
              <a:t>Resistors (</a:t>
            </a:r>
            <a:r>
              <a:rPr lang="el-GR" sz="2400" dirty="0"/>
              <a:t>220Ω</a:t>
            </a:r>
            <a:r>
              <a:rPr lang="en-US" sz="2400" dirty="0"/>
              <a:t> and 10k)</a:t>
            </a:r>
          </a:p>
          <a:p>
            <a:r>
              <a:rPr lang="en-US" sz="2400" dirty="0"/>
              <a:t>Arduino UNO</a:t>
            </a:r>
          </a:p>
          <a:p>
            <a:r>
              <a:rPr lang="en-US" sz="2400" dirty="0"/>
              <a:t>Pump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system uses an Arduino Uno as the central controller. It employs an HC–SR04 Ultrasonic Sensor to detect a container’s presence by measuring the time it takes for sound waves to bounce back.</a:t>
            </a:r>
          </a:p>
          <a:p>
            <a:pPr marL="186262" indent="0">
              <a:buNone/>
            </a:pPr>
            <a:endParaRPr lang="en-US" sz="2400" dirty="0"/>
          </a:p>
          <a:p>
            <a:r>
              <a:rPr lang="en-US" sz="2400" dirty="0"/>
              <a:t>If an object is detected within a set threshold </a:t>
            </a:r>
            <a:r>
              <a:rPr lang="en-US" sz="2400" dirty="0" err="1"/>
              <a:t>ie</a:t>
            </a:r>
            <a:r>
              <a:rPr lang="en-US" sz="2400" dirty="0"/>
              <a:t>. 10cm, the Arduino triggers a 5V relay.</a:t>
            </a:r>
          </a:p>
          <a:p>
            <a:pPr marL="186262" indent="0">
              <a:buNone/>
            </a:pPr>
            <a:endParaRPr lang="en-US" sz="2400" dirty="0"/>
          </a:p>
          <a:p>
            <a:r>
              <a:rPr lang="en-US" sz="2400" dirty="0"/>
              <a:t>The relay completes the circuit for a mini submersible pump, which draws water from a reservoir and dispenses it through a sprout.</a:t>
            </a:r>
            <a:endParaRPr lang="en-GH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pPr marL="186262" indent="0" algn="ctr">
              <a:buNone/>
            </a:pPr>
            <a:r>
              <a:rPr lang="en-GB" sz="2400" b="1" u="sng" dirty="0">
                <a:latin typeface="Times New Roman" pitchFamily="18" charset="0" panose="02020603050405020304"/>
                <a:cs typeface="Times New Roman" pitchFamily="18" charset="0" panose="02020603050405020304"/>
              </a:rPr>
              <a:t>Code Walkthrough</a:t>
            </a:r>
          </a:p>
          <a:p>
            <a:pPr marL="186262" indent="0" algn="just">
              <a:buNone/>
            </a:pPr>
            <a:endParaRPr lang="en-GB" dirty="0"/>
          </a:p>
          <a:p>
            <a:pPr algn="just"/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code was written in </a:t>
            </a:r>
            <a:r>
              <a:rPr lang="en-GB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c++</a:t>
            </a: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.</a:t>
            </a:r>
          </a:p>
          <a:p>
            <a:pPr algn="just"/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It consists of 3 parts, namely</a:t>
            </a:r>
            <a:r>
              <a:rPr lang="en-GB" dirty="0">
                <a:latin typeface="Times New Roman" pitchFamily="18" charset="0" panose="02020603050405020304"/>
                <a:cs typeface="Times New Roman" pitchFamily="18" charset="0" panose="02020603050405020304"/>
              </a:rPr>
              <a:t>;</a:t>
            </a:r>
          </a:p>
          <a:p>
            <a:pPr lvl="1" algn="just"/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global variables</a:t>
            </a:r>
          </a:p>
          <a:p>
            <a:pPr lvl="1" algn="just"/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setup function</a:t>
            </a:r>
          </a:p>
          <a:p>
            <a:pPr lvl="1" algn="just"/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loop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86262" marR="0" indent="0" algn="ctr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None/>
            </a:pPr>
            <a:r>
              <a:rPr kumimoji="0" lang="en-GB" sz="2400" b="1" i="0" u="sng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Global variables definitions</a:t>
            </a:r>
          </a:p>
          <a:p>
            <a:pPr marL="186262" marR="0" indent="0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</a:pP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PIN DEFINITIONS</a:t>
            </a:r>
          </a:p>
          <a:p>
            <a:pPr marL="609585" marR="0" indent="-423323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Char char="▪"/>
            </a:pPr>
            <a:r>
              <a:rPr kumimoji="0" lang="en-GB" sz="2400" b="0" i="0" u="none" strike="noStrike" kern="0" cap="none" spc="0" baseline="0" noProof="0" dirty="0" err="1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trigPin</a:t>
            </a: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 sends the pulse</a:t>
            </a:r>
          </a:p>
          <a:p>
            <a:pPr marL="609585" marR="0" indent="-423323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Char char="▪"/>
            </a:pPr>
            <a:r>
              <a:rPr kumimoji="0" lang="en-GB" sz="2400" b="0" i="0" u="none" strike="noStrike" kern="0" cap="none" spc="0" baseline="0" noProof="0" dirty="0" err="1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echoPin</a:t>
            </a: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 receives the bounce from the sensor</a:t>
            </a:r>
          </a:p>
          <a:p>
            <a:pPr marL="609585" marR="0" indent="-423323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Char char="▪"/>
            </a:pPr>
            <a:r>
              <a:rPr kumimoji="0" lang="en-GB" sz="2400" b="0" i="0" u="none" strike="noStrike" kern="0" cap="none" spc="0" baseline="0" noProof="0" dirty="0" err="1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relayPin</a:t>
            </a: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 switches the pump by controlling the </a:t>
            </a:r>
          </a:p>
          <a:p>
            <a:pPr marL="186262" marR="0" indent="0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None/>
            </a:pP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      relay</a:t>
            </a:r>
          </a:p>
          <a:p>
            <a:pPr marL="186262" marR="0" indent="0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Noto Sans Symbols"/>
              <a:buNone/>
            </a:pP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CONSTANTS</a:t>
            </a:r>
          </a:p>
          <a:p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Threshold is used to limit the sensor range to </a:t>
            </a:r>
          </a:p>
          <a:p>
            <a:pPr marL="186262" indent="0">
              <a:buNone/>
            </a:pPr>
            <a:r>
              <a:rPr kumimoji="0" lang="en-GB" sz="2400" b="0" i="0" u="none" strike="noStrike" kern="0" cap="none" spc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latin typeface="Times New Roman" pitchFamily="18" charset="0" panose="02020603050405020304"/>
                <a:ea typeface="Calibri"/>
                <a:cs typeface="Times New Roman" pitchFamily="18" charset="0" panose="02020603050405020304"/>
                <a:sym typeface="Calibri"/>
              </a:rPr>
              <a:t>       10cm</a:t>
            </a:r>
          </a:p>
          <a:p>
            <a:pPr marL="186262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48804" y="2935557"/>
            <a:ext cx="3324689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6262" indent="0" algn="ctr">
              <a:buNone/>
            </a:pPr>
            <a:r>
              <a:rPr lang="en-GB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Setup Function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This function runs once at setup and returns 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nothing.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It configures the board.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</a:t>
            </a:r>
            <a:r>
              <a:rPr lang="en-GB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pinMode</a:t>
            </a: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function is used to indicate 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which pins are used to send or receive signals. It accepts two arguments, the pin number(an int) and an integer constant(INPUT, OUTPUT or INPUT_PULLUP). Here </a:t>
            </a:r>
            <a:r>
              <a:rPr lang="en-GB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trigPin</a:t>
            </a: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and </a:t>
            </a:r>
            <a:r>
              <a:rPr lang="en-GB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relayPin</a:t>
            </a: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are sending signals hence OUTPUT and </a:t>
            </a:r>
            <a:r>
              <a:rPr lang="en-GB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trigPin</a:t>
            </a: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is receiving hence INPUT.</a:t>
            </a: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83137" y="2591774"/>
            <a:ext cx="3200847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</p:spPr>
        <p:txBody>
          <a:bodyPr>
            <a:normAutofit/>
          </a:bodyPr>
          <a:lstStyle/>
          <a:p>
            <a:pPr marL="186262" indent="0" algn="ctr">
              <a:buNone/>
            </a:pPr>
            <a:r>
              <a:rPr lang="en-GB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Loop Function</a:t>
            </a:r>
          </a:p>
          <a:p>
            <a:pPr algn="just"/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This function runs non-stop.</a:t>
            </a:r>
          </a:p>
          <a:p>
            <a:pPr algn="just"/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In this project the functions called in the loop function are;</a:t>
            </a:r>
          </a:p>
          <a:p>
            <a:pPr lvl="1" algn="just"/>
            <a:r>
              <a:rPr lang="en-US" sz="21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digitalWrite</a:t>
            </a:r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: a two-argument function that is used to set a target pin as HIGH or LOW. It takes the pin number as one argument and HIGH or LOW as the other .</a:t>
            </a:r>
          </a:p>
          <a:p>
            <a:pPr lvl="1" algn="just"/>
            <a:r>
              <a:rPr lang="en-US" sz="21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delayMicroseconds</a:t>
            </a:r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(x): a single argument function that pauses execution for x microseconds.</a:t>
            </a:r>
          </a:p>
          <a:p>
            <a:pPr lvl="1" algn="just"/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If and else statements for making conditional statements.</a:t>
            </a:r>
          </a:p>
          <a:p>
            <a:pPr lvl="1" algn="just"/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delay(x): similar to </a:t>
            </a:r>
            <a:r>
              <a:rPr lang="en-US" sz="21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delayMicroseconds</a:t>
            </a:r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except that it does so in x milliseconds.</a:t>
            </a:r>
          </a:p>
          <a:p>
            <a:pPr lvl="1" algn="just"/>
            <a:r>
              <a:rPr lang="en-US" sz="21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pulseIn</a:t>
            </a:r>
            <a:r>
              <a:rPr lang="en-US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: a two-argument function that measures how long a pulse lasts on a pin. It returns the duration in microseconds</a:t>
            </a:r>
          </a:p>
          <a:p>
            <a:pPr algn="just"/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pPr marL="186262" indent="0" algn="ctr">
              <a:buNone/>
            </a:pPr>
            <a:r>
              <a:rPr lang="en-GB" sz="20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Loop Function</a:t>
            </a:r>
          </a:p>
          <a:p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Every cycle of loop function performs this sequence: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Ultrasonic distance sensing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Checks if an object is within 0 and 10cm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Turns the pump on or off through the relay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Waits for 2s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Starts over again</a:t>
            </a:r>
          </a:p>
          <a:p>
            <a:pPr lvl="1">
              <a:buFont typeface="+mj-lt"/>
              <a:buAutoNum type="arabicPeriod"/>
            </a:pPr>
            <a:endParaRPr lang="en-US" sz="17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Ultrasonic Distance Sensing</a:t>
            </a:r>
          </a:p>
          <a:p>
            <a:pPr marL="186262" indent="0" algn="just">
              <a:buNone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here ultrasonic pulse is fired through </a:t>
            </a:r>
            <a:r>
              <a:rPr lang="en-US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trigPin</a:t>
            </a: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. The </a:t>
            </a:r>
          </a:p>
          <a:p>
            <a:pPr marL="186262" indent="0" algn="just">
              <a:buNone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echo is measured and the signal received through</a:t>
            </a:r>
          </a:p>
          <a:p>
            <a:pPr marL="186262" indent="0" algn="just">
              <a:buNone/>
            </a:pPr>
            <a:r>
              <a:rPr lang="en-US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echoPin</a:t>
            </a: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. The distance is then calculated in cm.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77150" y="2584193"/>
            <a:ext cx="367665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Relay And Pump Control Logic</a:t>
            </a:r>
          </a:p>
          <a:p>
            <a:pPr algn="just"/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condition in parenthesis is checked and </a:t>
            </a:r>
          </a:p>
          <a:p>
            <a:pPr marL="186262" indent="0" algn="just">
              <a:buNone/>
            </a:pPr>
            <a:r>
              <a:rPr lang="en-GB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     evaluated as true or false</a:t>
            </a:r>
          </a:p>
          <a:p>
            <a:pPr lvl="1" algn="just"/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If true; the relay is set to low and the pump is on </a:t>
            </a:r>
          </a:p>
          <a:p>
            <a:pPr marL="795847" lvl="1" indent="0" algn="just">
              <a:buNone/>
            </a:pPr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     as the relay is normally closed.</a:t>
            </a:r>
          </a:p>
          <a:p>
            <a:pPr lvl="1" algn="just"/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If false; the relay is set to high via the </a:t>
            </a:r>
            <a:r>
              <a:rPr lang="en-GB" sz="21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relayPin</a:t>
            </a:r>
            <a:endParaRPr lang="en-GB" sz="21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795847" lvl="1" indent="0" algn="just">
              <a:buNone/>
            </a:pPr>
            <a:r>
              <a:rPr lang="en-GB" sz="21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     and the pump is off.</a:t>
            </a:r>
          </a:p>
          <a:p>
            <a:pPr marL="186262" indent="0" algn="ctr">
              <a:buNone/>
            </a:pPr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74194" y="2920180"/>
            <a:ext cx="3979606" cy="30563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METHODOLOGY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marL="608965" indent="-422910" algn="ctr"/>
            <a:r>
              <a:rPr lang="en-US" sz="2400" b="1"/>
              <a:t>SCHEMATIC DIAGRAM</a:t>
            </a:r>
          </a:p>
          <a:p>
            <a:pPr marL="186055" indent="0" algn="ctr">
              <a:buNone/>
            </a:pPr>
            <a:endParaRPr lang="en-US" sz="2000"/>
          </a:p>
        </p:txBody>
      </p:sp>
      <p:pic>
        <p:nvPicPr>
          <p:cNvPr id="4" name="Picture 3" descr="A computer screen shot of a blue circuit board  AI-generated content may be incorrect.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76000" y="1998451"/>
            <a:ext cx="9675168" cy="46870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METHODOLOGY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marL="608965" indent="-422910" algn="ctr"/>
            <a:r>
              <a:rPr lang="en-US" sz="2400" b="1"/>
              <a:t>SCHEMATIC DIAGRAM</a:t>
            </a:r>
          </a:p>
          <a:p>
            <a:pPr marL="186055" indent="0" algn="ctr">
              <a:buNone/>
            </a:pPr>
            <a:endParaRPr lang="en-US" sz="2000"/>
          </a:p>
        </p:txBody>
      </p:sp>
      <p:pic>
        <p:nvPicPr>
          <p:cNvPr id="5" name="Picture 4" descr="A computer screen shot of a computer  AI-generated content may be incorrect.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9471" y="2070338"/>
            <a:ext cx="10596114" cy="46007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/ SIMULATION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6055" indent="0">
              <a:buNone/>
            </a:pPr>
            <a:r>
              <a:rPr lang="en-GH" sz="2400" b="1">
                <a:latin typeface="Times New Roman" pitchFamily="18" charset="0" panose="02020603050405020304"/>
                <a:cs typeface="Times New Roman" pitchFamily="18" charset="0" panose="02020603050405020304"/>
              </a:rPr>
              <a:t>OUTPUT AND KEY TAKEAWAYS</a:t>
            </a:r>
            <a:endParaRPr lang="en-GH" sz="2400" b="1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GH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HC-SR04 ultrasonic sensor sends a pulse and receives an echo, providing a continuous stream of dista</a:t>
            </a:r>
            <a:r>
              <a:rPr lang="en-GH">
                <a:latin typeface="Times New Roman" pitchFamily="18" charset="0" panose="02020603050405020304"/>
                <a:cs typeface="Times New Roman" pitchFamily="18" charset="0" panose="02020603050405020304"/>
              </a:rPr>
              <a:t>nce data to the Arduino.</a:t>
            </a:r>
            <a:endParaRPr lang="en-GH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The Arduino calculates the distance. In our simulation, we set a threshold of 10cm.</a:t>
            </a: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When distance &lt; 10cm, the Arduino sends a </a:t>
            </a:r>
            <a:r>
              <a:rPr lang="en-US" b="1">
                <a:latin typeface="Times New Roman" pitchFamily="18" charset="0" panose="02020603050405020304"/>
                <a:cs typeface="Times New Roman" pitchFamily="18" charset="0" panose="02020603050405020304"/>
              </a:rPr>
              <a:t>Digital LOW/HIGH</a:t>
            </a: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 signal to the Relay.</a:t>
            </a: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The Relay closes the high-voltage circuit, allowing the </a:t>
            </a:r>
            <a:r>
              <a:rPr lang="en-US" b="1">
                <a:latin typeface="Times New Roman" pitchFamily="18" charset="0" panose="02020603050405020304"/>
                <a:cs typeface="Times New Roman" pitchFamily="18" charset="0" panose="02020603050405020304"/>
              </a:rPr>
              <a:t>DC Water Pump</a:t>
            </a: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 to activate and dispense liquid.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/ SIMULATION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6055" indent="0">
              <a:buNone/>
            </a:pPr>
            <a:r>
              <a:rPr lang="en-GH" sz="2400" b="1">
                <a:latin typeface="Times New Roman" pitchFamily="18" charset="0" panose="02020603050405020304"/>
                <a:cs typeface="Times New Roman" pitchFamily="18" charset="0" panose="02020603050405020304"/>
              </a:rPr>
              <a:t>KEY TAKEAWAYS</a:t>
            </a:r>
            <a:endParaRPr lang="en-US"/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The simulation confirmed that the ultrasonic sensor can distinguish between a container and background noise with high accuracy.</a:t>
            </a:r>
            <a:endParaRPr lang="en-GH" b="1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endParaRPr lang="en-US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cs typeface="Times New Roman" pitchFamily="18" charset="0" panose="02020603050405020304"/>
              </a:rPr>
              <a:t>The use of a relay proved necessary to handle the current spikes from the pump without crashing the microcontroller.</a:t>
            </a:r>
            <a:endParaRPr lang="en-US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endParaRPr lang="en-US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r>
              <a:rPr lang="en-US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"Touchless" logic was validated, showing that the system responds only to the presence of an object, fulfilling the hygiene objective.</a:t>
            </a:r>
          </a:p>
          <a:p>
            <a:pPr marL="186055" indent="0">
              <a:buNone/>
            </a:pPr>
            <a:endParaRPr lang="en-GH" b="1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" pitchFamily="34" charset="0" panose="020B0604020202020204"/>
              <a:buChar char="•"/>
            </a:pPr>
            <a:endParaRPr lang="en-GH" sz="2400" b="1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608929"/>
            <a:ext cx="10515600" cy="922692"/>
          </a:xfrm>
        </p:spPr>
        <p:txBody>
          <a:bodyPr/>
          <a:lstStyle/>
          <a:p>
            <a:r>
              <a:rPr lang="en-US" dirty="0"/>
              <a:t>CONCLUSION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383031"/>
            <a:ext cx="10515600" cy="4866046"/>
          </a:xfrm>
        </p:spPr>
        <p:txBody>
          <a:bodyPr/>
          <a:lstStyle/>
          <a:p>
            <a:pPr marL="186262" indent="0">
              <a:buNone/>
            </a:pPr>
            <a:r>
              <a:rPr lang="en-US" sz="28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Findings</a:t>
            </a: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sensor–actuator loop successfully automated water delivery with a response time of less than 1 second, effectively eliminating physical contact.</a:t>
            </a:r>
          </a:p>
          <a:p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Ultrasonic sensor provided reliable detection within a 2cm to 10cm range, ensuring the pump only activated when a container was properly positioned.</a:t>
            </a:r>
          </a:p>
          <a:p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Automated shut-off immediately followed container removal, confirming a significant reduction in potential water wastage compared to manual taps. </a:t>
            </a:r>
          </a:p>
          <a:p>
            <a:endParaRPr lang="en-GH" b="1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608929"/>
            <a:ext cx="10515600" cy="785532"/>
          </a:xfrm>
        </p:spPr>
        <p:txBody>
          <a:bodyPr/>
          <a:lstStyle/>
          <a:p>
            <a:r>
              <a:rPr lang="en-US" dirty="0"/>
              <a:t>CONCLUSION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485901"/>
            <a:ext cx="10515600" cy="4763176"/>
          </a:xfrm>
        </p:spPr>
        <p:txBody>
          <a:bodyPr/>
          <a:lstStyle/>
          <a:p>
            <a:pPr marL="186262" indent="0">
              <a:buNone/>
            </a:pPr>
            <a:r>
              <a:rPr lang="en-US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CHALLENGES ENCOUNTERED</a:t>
            </a:r>
          </a:p>
          <a:p>
            <a:pPr marL="608965" indent="-422910">
              <a:buFont typeface="Arial,Sans-Serif" pitchFamily="34" charset="0" panose="020B0604020202020204"/>
              <a:buChar char="•"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Ambient noise or reflections from nearby surfaces occasionally caused 'ghost </a:t>
            </a:r>
            <a:r>
              <a:rPr lang="en-US" sz="2400">
                <a:latin typeface="Times New Roman" pitchFamily="18" charset="0" panose="02020603050405020304"/>
                <a:cs typeface="Times New Roman" pitchFamily="18" charset="0" panose="02020603050405020304"/>
              </a:rPr>
              <a:t>triggering,' which</a:t>
            </a: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 required fine-tuning the code's distance threshold.</a:t>
            </a:r>
            <a:endParaRPr lang="en-US" sz="240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,Sans-Serif" pitchFamily="34" charset="0" panose="020B0604020202020204"/>
              <a:buChar char="•"/>
            </a:pPr>
            <a:endParaRPr lang="en-US" sz="2400" dirty="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,Sans-Serif" pitchFamily="34" charset="0" panose="020B0604020202020204"/>
              <a:buChar char="•"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The water pump creates an inductive load that initially caused the </a:t>
            </a:r>
            <a:r>
              <a:rPr lang="en-US" sz="2400" dirty="0" err="1">
                <a:latin typeface="Times New Roman" pitchFamily="18" charset="0" panose="02020603050405020304"/>
                <a:cs typeface="Times New Roman" pitchFamily="18" charset="0" panose="02020603050405020304"/>
              </a:rPr>
              <a:t>arduino</a:t>
            </a: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 to reset; this was resolved by using a relay module to isolate the high-current pump circuit from the microcontroller.</a:t>
            </a:r>
            <a:endParaRPr lang="en-US" sz="240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,Sans-Serif" pitchFamily="34" charset="0" panose="020B0604020202020204"/>
              <a:buChar char="•"/>
            </a:pPr>
            <a:endParaRPr lang="en-US" sz="2400" dirty="0">
              <a:solidFill>
                <a:srgbClr val="382010"/>
              </a:solidFill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608965" indent="-422910">
              <a:buFont typeface="Arial,Sans-Serif" pitchFamily="34" charset="0" panose="020B0604020202020204"/>
              <a:buChar char="•"/>
            </a:pPr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Ensuring the electronic housing was properly sealed while maintaining a clear 'line of sight' for the ultrasonic sensor was a key mechanical hurdle.</a:t>
            </a:r>
          </a:p>
          <a:p>
            <a:pPr marL="186055" indent="0">
              <a:buNone/>
            </a:pPr>
            <a:endParaRPr lang="en-GH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608929"/>
            <a:ext cx="10515600" cy="911262"/>
          </a:xfrm>
        </p:spPr>
        <p:txBody>
          <a:bodyPr/>
          <a:lstStyle/>
          <a:p>
            <a:r>
              <a:rPr lang="en-US" dirty="0"/>
              <a:t>CONCLUSION</a:t>
            </a:r>
            <a:endParaRPr lang="en-GH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771651"/>
            <a:ext cx="10515600" cy="4477426"/>
          </a:xfrm>
        </p:spPr>
        <p:txBody>
          <a:bodyPr/>
          <a:lstStyle/>
          <a:p>
            <a:pPr marL="186262" indent="0">
              <a:buNone/>
            </a:pPr>
            <a:r>
              <a:rPr lang="en-US" sz="2400" b="1" dirty="0">
                <a:latin typeface="Times New Roman" pitchFamily="18" charset="0" panose="02020603050405020304"/>
                <a:cs typeface="Times New Roman" pitchFamily="18" charset="0" panose="02020603050405020304"/>
              </a:rPr>
              <a:t>POSSIBLE IMPROVEMENTS</a:t>
            </a: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Incorporating  a small solar panel and rechargeable lithium-ion battery to make the unit fully self-sustaining and portable.</a:t>
            </a:r>
          </a:p>
          <a:p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Adding a potentiometer to allow users to manually adjust the pump speed and pressure based on their needs.</a:t>
            </a:r>
          </a:p>
          <a:p>
            <a:endParaRPr lang="en-US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  <a:p>
            <a:r>
              <a:rPr lang="en-US" sz="24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Adding a second sensor or a float switch to the reservoir to trigger an LED or buzzer when the water level is low.</a:t>
            </a:r>
            <a:endParaRPr lang="en-GH" sz="2400" dirty="0">
              <a:latin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771</Words>
  <Application>Microsoft Office PowerPoint</Application>
  <PresentationFormat>Widescreen</PresentationFormat>
  <Paragraphs>112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1_Office Theme</vt:lpstr>
      <vt:lpstr>GROUP 9</vt:lpstr>
      <vt:lpstr>TABLE OF CONTENTS</vt:lpstr>
      <vt:lpstr>PROBLEM STATEMENT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DEMONSTRATION / SIMULATION</vt:lpstr>
      <vt:lpstr>DEMONSTRATION / SIMULATION</vt:lpstr>
      <vt:lpstr>CONCLUSION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Appiah</dc:creator>
  <cp:lastModifiedBy>Appiah Senior</cp:lastModifiedBy>
  <cp:revision>125</cp:revision>
  <dcterms:created xsi:type="dcterms:W3CDTF">2026-03-28T10:56:46Z</dcterms:created>
  <dcterms:modified xsi:type="dcterms:W3CDTF">2026-03-29T20:56:10Z</dcterms:modified>
</cp:coreProperties>
</file>