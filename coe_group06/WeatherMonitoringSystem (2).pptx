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1210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04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560320" cy="347472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280160"/>
            <a:ext cx="1828800" cy="228600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28016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 R3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373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0116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2860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5603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8346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46304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73736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28600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56032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83464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914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ARDUINO-BASED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MONITORING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20040" y="2971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Environmental Data Collection &amp; Display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1600200" cy="292608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66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75688" y="3566160"/>
            <a:ext cx="1600200" cy="292608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75688" y="3566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31336" y="3566160"/>
            <a:ext cx="1600200" cy="292608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31336" y="3566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86984" y="3566160"/>
            <a:ext cx="1600200" cy="292608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3566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42632" y="3566160"/>
            <a:ext cx="1600200" cy="292608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3566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Microprocessors Project  |  Arduino Uno  |  Group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0" y="164592"/>
            <a:ext cx="288036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35040" y="457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 Computer Engineering  / Microprocessors]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7132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8503920" cy="3657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98448"/>
            <a:ext cx="4069080" cy="1005840"/>
          </a:xfrm>
          <a:prstGeom prst="rect">
            <a:avLst/>
          </a:prstGeom>
          <a:solidFill>
            <a:srgbClr val="132233"/>
          </a:solidFill>
          <a:ln w="9525">
            <a:solidFill>
              <a:srgbClr val="1B2A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98448"/>
            <a:ext cx="3840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98448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408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Derrick Akpah Dodzi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773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 7262123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011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298448"/>
            <a:ext cx="4069080" cy="1005840"/>
          </a:xfrm>
          <a:prstGeom prst="rect">
            <a:avLst/>
          </a:prstGeom>
          <a:solidFill>
            <a:srgbClr val="132233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17720" y="1298448"/>
            <a:ext cx="3840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298448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1408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Akussah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Mcbright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Dziedzorm 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773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 7262323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011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468880"/>
            <a:ext cx="4069080" cy="1005840"/>
          </a:xfrm>
          <a:prstGeom prst="rect">
            <a:avLst/>
          </a:prstGeom>
          <a:solidFill>
            <a:srgbClr val="132233"/>
          </a:solidFill>
          <a:ln w="9525">
            <a:solidFill>
              <a:srgbClr val="1B2A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68880"/>
            <a:ext cx="3840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6888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2578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 Hussein Adbul Hakeem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 7258523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182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99432" y="2487168"/>
            <a:ext cx="4069080" cy="1005840"/>
          </a:xfrm>
          <a:prstGeom prst="rect">
            <a:avLst/>
          </a:prstGeom>
          <a:solidFill>
            <a:srgbClr val="132233"/>
          </a:solidFill>
          <a:ln w="9525">
            <a:solidFill>
              <a:srgbClr val="1B2A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468880"/>
            <a:ext cx="3840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46888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0640" y="2578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Konadu Akosua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Offeibeah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 7273623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182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639312"/>
            <a:ext cx="4069080" cy="1005840"/>
          </a:xfrm>
          <a:prstGeom prst="rect">
            <a:avLst/>
          </a:prstGeom>
          <a:solidFill>
            <a:srgbClr val="132233"/>
          </a:solidFill>
          <a:ln w="9525">
            <a:solidFill>
              <a:srgbClr val="1B2A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39312"/>
            <a:ext cx="3840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39312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296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Ashong Emmanuel Adjei 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 7265723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4352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639312"/>
            <a:ext cx="4069080" cy="1005840"/>
          </a:xfrm>
          <a:prstGeom prst="rect">
            <a:avLst/>
          </a:prstGeom>
          <a:solidFill>
            <a:srgbClr val="132233"/>
          </a:solidFill>
          <a:ln w="9525">
            <a:solidFill>
              <a:srgbClr val="1B2A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3639312"/>
            <a:ext cx="38404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3639312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12064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Alorgbey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Vanessa 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2064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No. 7262623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4352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Arduino-Based Weather Monitoring System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Uno-based system that collects and displays environmental data in real time using multiple sensors on an HD44780 LCD screen.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4206240" cy="777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01168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Temperature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ambient temperature in °C using DHT11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4206240" cy="777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01168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Humidity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04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relative humidity levels (%) continuously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206240" cy="777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1752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Light Intensity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LDR resistance to estimated Lux value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06240" cy="777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01752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Soil Moisture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analog reading to 0–100% moisture percentage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4023360"/>
            <a:ext cx="4206240" cy="777240"/>
          </a:xfrm>
          <a:prstGeom prst="rect">
            <a:avLst/>
          </a:prstGeom>
          <a:solidFill>
            <a:srgbClr val="EAF4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402336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Rain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detection: display RAINING or NO RAIN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HARDWARE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329184" cy="32918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088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44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— Brain of the system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&amp; Analog Pins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00784"/>
            <a:ext cx="85953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00784"/>
            <a:ext cx="9144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19656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19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Sensor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19933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 measurement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1837944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837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 Pin A0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50008"/>
            <a:ext cx="91440" cy="566928"/>
          </a:xfrm>
          <a:prstGeom prst="rect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468880"/>
            <a:ext cx="329184" cy="329184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468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2386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(Light Sensor)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264261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light intensity detection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2487168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 Pin A1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99232"/>
            <a:ext cx="85953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999232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11810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18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Sensor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32918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Soil/surface moisture level (0–100%)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3136392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 Pin A2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648456"/>
            <a:ext cx="85953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648456"/>
            <a:ext cx="91440" cy="56692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767328"/>
            <a:ext cx="329184" cy="32918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767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0120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 (HL-83)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" y="39410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detection (digital HIGH/LOW)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58000" y="3785616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Pin D2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297680"/>
            <a:ext cx="91440" cy="56692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416552"/>
            <a:ext cx="329184" cy="329184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16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0120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HD44780 LCD (LM044L)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" y="45902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20×4 character display in 4-bit mode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58000" y="4434840"/>
            <a:ext cx="18288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Pins 8–13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INTERFACE &amp; COMMUNICATION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31920" cy="1828800"/>
          </a:xfrm>
          <a:prstGeom prst="rect">
            <a:avLst/>
          </a:prstGeom>
          <a:solidFill>
            <a:srgbClr val="1A2B1A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3566160" cy="502920"/>
          </a:xfrm>
          <a:prstGeom prst="rect">
            <a:avLst/>
          </a:prstGeom>
          <a:solidFill>
            <a:srgbClr val="2A4A1A"/>
          </a:solidFill>
          <a:ln w="12700">
            <a:solidFill>
              <a:srgbClr val="2A4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3566160" cy="502920"/>
          </a:xfrm>
          <a:prstGeom prst="rect">
            <a:avLst/>
          </a:prstGeom>
          <a:solidFill>
            <a:srgbClr val="2A4A1A"/>
          </a:solidFill>
          <a:ln w="12700">
            <a:solidFill>
              <a:srgbClr val="2A4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TM:28°C      HM:65%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AM:72%       LI:420Lx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HD44780 LCD — 20×4, 4-bit Mode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HD44780 / LM044L (20×4 LCD)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618488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6459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18470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mode — reduces required wiring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185416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212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4140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8–13 connected to LCD data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752344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79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29809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LiquidCrystal (built-in Arduino library)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3319272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467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35478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lcd.setCursor() places each value precisely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3886200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913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Message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41148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"WEATHER STATION" on startup (setup)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4453128"/>
            <a:ext cx="4251960" cy="4937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480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46817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refreshed every loop() cycle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 — DHT11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56032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0–50°C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20–90%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Range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56032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1887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8076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8503920" cy="23317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974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is a single-wire digital sensor outputting temperature and humidity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137160" cy="137160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63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analog pin A0 on the Arduino Uno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137160" cy="137160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29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displayed as TM (°C) on the LCD screen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813048"/>
            <a:ext cx="137160" cy="137160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947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displayed as HM (%) on the LCD 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137160" cy="137160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0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read using the DHT library's .readTemperature() and .readHumidity() functions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544568"/>
            <a:ext cx="137160" cy="137160"/>
          </a:xfrm>
          <a:prstGeom prst="ellipse">
            <a:avLst/>
          </a:prstGeom>
          <a:solidFill>
            <a:srgbClr val="EF8C4B"/>
          </a:solidFill>
          <a:ln w="12700">
            <a:solidFill>
              <a:srgbClr val="EF8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26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is polled continuously in the loop() function for real-time readings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INTENSITY SENSOR — LDR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155448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4630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Falls on LDR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87452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changes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light intensity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801368"/>
            <a:ext cx="2286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0972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097280"/>
            <a:ext cx="155448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14630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76272" y="187452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(100Ω) + LDR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variable voltage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1801368"/>
            <a:ext cx="2286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10972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1097280"/>
            <a:ext cx="155448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59352" y="14630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Reading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59352" y="187452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reads 0–1023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analog pin A1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1801368"/>
            <a:ext cx="2286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0972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1097280"/>
            <a:ext cx="155448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42432" y="14630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Conversion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42432" y="187452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mapped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Lux level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801368"/>
            <a:ext cx="2286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097280"/>
            <a:ext cx="1554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1097280"/>
            <a:ext cx="155448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25512" y="14630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25512" y="187452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as LI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926080"/>
            <a:ext cx="1965960" cy="1051560"/>
          </a:xfrm>
          <a:prstGeom prst="rect">
            <a:avLst/>
          </a:prstGeom>
          <a:solidFill>
            <a:srgbClr val="EAF4F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3291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Pin A1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514600" y="2926080"/>
            <a:ext cx="1965960" cy="1051560"/>
          </a:xfrm>
          <a:prstGeom prst="rect">
            <a:avLst/>
          </a:prstGeom>
          <a:solidFill>
            <a:srgbClr val="EAF4F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3291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1023 (10-bit ADC)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2926080"/>
            <a:ext cx="1965960" cy="1051560"/>
          </a:xfrm>
          <a:prstGeom prst="rect">
            <a:avLst/>
          </a:prstGeom>
          <a:solidFill>
            <a:srgbClr val="EAF4FB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Label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3291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(Light Intensity)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03720" y="2926080"/>
            <a:ext cx="1965960" cy="1051560"/>
          </a:xfrm>
          <a:prstGeom prst="rect">
            <a:avLst/>
          </a:prstGeom>
          <a:solidFill>
            <a:srgbClr val="EAF4FB"/>
          </a:solidFill>
          <a:ln w="19050">
            <a:solidFill>
              <a:srgbClr val="EF8C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Pull-down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03720" y="3291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8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100Ω resistor (R1)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S2 = analogRead(A1);   // Read raw 0–1023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 = S2 * 2.1;         // Multiply by 2.1 to get Lux estimate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SENSOR &amp; RAIN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356616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MOISTURE SENSOR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819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Analog Pin A2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075688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57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ADC output: 0 to 1023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51176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328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converts reading to 0–100%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26664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083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on LCD as 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502152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838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soil → high reading (low moisture)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59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soil → low reading (high moisture)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3931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33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AM = map(analogRead(A2), 0, 1023, 0, 100);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051560"/>
            <a:ext cx="4114800" cy="3566160"/>
          </a:xfrm>
          <a:prstGeom prst="rect">
            <a:avLst/>
          </a:prstGeom>
          <a:solidFill>
            <a:srgbClr val="132233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RAIN SENSOR (HL-83)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1600200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5819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Digital Pin D2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075688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057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output: HIGH or 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551176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5328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detected → pin reads HIGH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026664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0083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water → pin reads LOW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502152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4838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 RAINING… or NO RAIN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3977640"/>
            <a:ext cx="137160" cy="1371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959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HL-83 module with comparator circuit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4206240"/>
            <a:ext cx="1783080" cy="347472"/>
          </a:xfrm>
          <a:prstGeom prst="rect">
            <a:avLst/>
          </a:prstGeom>
          <a:solidFill>
            <a:srgbClr val="2A4A1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206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20840" y="4206240"/>
            <a:ext cx="2011680" cy="347472"/>
          </a:xfrm>
          <a:prstGeom prst="rect">
            <a:avLst/>
          </a:prstGeom>
          <a:solidFill>
            <a:srgbClr val="2A1A1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RAINING…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SCHEMATIC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566160"/>
          </a:xfrm>
          <a:prstGeom prst="rect">
            <a:avLst/>
          </a:prstGeom>
          <a:solidFill>
            <a:srgbClr val="1A2A1A"/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Circuit Simulation Schematic 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Proteus / Simulation Screenshot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  •  LDR  •  Moisture Sensor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Sensor  •  Arduino Uno  •  LCD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4343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schematic screenshot here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89320" y="1005840"/>
            <a:ext cx="28346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CONNECTIONS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2834640" cy="548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472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0" y="1490472"/>
            <a:ext cx="594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49047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80760" y="1709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9320" y="2039112"/>
            <a:ext cx="283464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2112264"/>
            <a:ext cx="594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1122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0760" y="23317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2660904"/>
            <a:ext cx="2834640" cy="548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715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2734056"/>
            <a:ext cx="594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7340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80760" y="2953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3282696"/>
            <a:ext cx="2834640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337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3355848"/>
            <a:ext cx="594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3558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80760" y="3575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9320" y="3904488"/>
            <a:ext cx="2834640" cy="548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959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(RS–D7)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3977640"/>
            <a:ext cx="59436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9776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4197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4DC8968-2101-67A8-899C-FA728FEAE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1005840"/>
            <a:ext cx="54864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LOGIC &amp; INTEGRATION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329184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40233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527048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27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5361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LCD display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2039112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048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LCD columns &amp; 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551176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51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560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sensor pin modes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306324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30723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serial communication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575304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584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welcome 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4023360" cy="3291840"/>
          </a:xfrm>
          <a:prstGeom prst="rect">
            <a:avLst/>
          </a:prstGeom>
          <a:solidFill>
            <a:srgbClr val="132233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19472" y="1572768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536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DHT11 → TM &amp; HM values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19472" y="2084832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0482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LDR → calculate Lux (LI)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19472" y="2596896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Moisture → map to % (AM)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19472" y="3108960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0723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Rain Sensor → RAINING/NO RAIN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19472" y="3621024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584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LCD with all readings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06240" y="2560320"/>
            <a:ext cx="411480" cy="54864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" y="4462272"/>
            <a:ext cx="8503920" cy="338328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462272"/>
            <a:ext cx="8503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loop() runs continuously — sensors are polled and LCD is updated every cycle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FUTURE IMPROVEMENTS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BE 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282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soil moisture &amp; rainfall for irrigation decisions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023360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276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51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humidity &amp; temperature for plant health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023360" cy="71323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0998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3741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climate monitoring &amp; alerts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embedded system principles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417320"/>
            <a:ext cx="402336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630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1453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17282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to cloud via ESP8266/ESP32 Wi-Fi module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240280"/>
            <a:ext cx="402336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F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860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2276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551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readings on SD card for historical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063240"/>
            <a:ext cx="402336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089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94960" y="30998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Sensors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3741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DHT22 or BME280 for better precision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886200"/>
            <a:ext cx="402336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F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319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Alerts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notifications when thresholds are exceeded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Environmental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Solution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2377440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integrates 4 sensors into one Arduino Uno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852928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529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display via HD44780 LCD in 4-bit communication mode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328416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28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temperature, humidity, light intensity, soil moisture &amp; rainfall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803904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0390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embedded systems concepts: ADC, digital I/O, libraries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279392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793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ready for IoT, data logging, and real-world deployment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1280160" cy="1417320"/>
          </a:xfrm>
          <a:prstGeom prst="rect">
            <a:avLst/>
          </a:prstGeom>
          <a:solidFill>
            <a:srgbClr val="13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4630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1371600"/>
            <a:ext cx="1280160" cy="1417320"/>
          </a:xfrm>
          <a:prstGeom prst="rect">
            <a:avLst/>
          </a:prstGeom>
          <a:solidFill>
            <a:srgbClr val="13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14630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818120" y="2240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Types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(Analog+Digital)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971800"/>
            <a:ext cx="1280160" cy="1417320"/>
          </a:xfrm>
          <a:prstGeom prst="rect">
            <a:avLst/>
          </a:prstGeom>
          <a:solidFill>
            <a:srgbClr val="13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0632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Output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2971800"/>
            <a:ext cx="1280160" cy="1417320"/>
          </a:xfrm>
          <a:prstGeom prst="rect">
            <a:avLst/>
          </a:prstGeom>
          <a:solidFill>
            <a:srgbClr val="13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0632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8181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Cycles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Arduino Weather Monitoring System  |  Questions?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960</Words>
  <Application>Microsoft Office PowerPoint</Application>
  <PresentationFormat>On-screen Show (16:9)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Weather Monitoring System</dc:title>
  <dc:subject>PptxGenJS Presentation</dc:subject>
  <dc:creator>PptxGenJS</dc:creator>
  <cp:lastModifiedBy>Drac Untold</cp:lastModifiedBy>
  <cp:revision>2</cp:revision>
  <dcterms:created xsi:type="dcterms:W3CDTF">2026-03-29T18:44:54Z</dcterms:created>
  <dcterms:modified xsi:type="dcterms:W3CDTF">2026-03-29T20:31:27Z</dcterms:modified>
</cp:coreProperties>
</file>