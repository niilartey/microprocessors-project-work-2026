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536" r:id="rId3"/>
    <p:sldId id="530" r:id="rId4"/>
    <p:sldId id="538" r:id="rId5"/>
    <p:sldId id="540" r:id="rId6"/>
    <p:sldId id="537" r:id="rId7"/>
    <p:sldId id="541" r:id="rId8"/>
    <p:sldId id="534" r:id="rId9"/>
    <p:sldId id="539" r:id="rId10"/>
    <p:sldId id="5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566" y="58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9539-6AA4-4B20-8277-ACCA791514E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903497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225" y="793750"/>
            <a:ext cx="8105775" cy="169735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665" dirty="0"/>
              <a:t>COE 381- MICROPROCESSORS</a:t>
            </a:r>
            <a:endParaRPr lang="en-US" sz="4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4365" y="2595245"/>
            <a:ext cx="7616190" cy="354076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sz="3000" b="1" dirty="0"/>
              <a:t> PROJECT TOPIC: </a:t>
            </a:r>
          </a:p>
          <a:p>
            <a:r>
              <a:rPr lang="en-US" sz="3000" b="1" dirty="0"/>
              <a:t>GAS LEAKAGE DETECTOR</a:t>
            </a:r>
            <a:endParaRPr lang="en-US" sz="1800" b="1" dirty="0"/>
          </a:p>
          <a:p>
            <a:endParaRPr lang="en-US" sz="1800" b="1" dirty="0"/>
          </a:p>
          <a:p>
            <a:r>
              <a:rPr lang="en-US" sz="2000" b="1" dirty="0"/>
              <a:t>Presented By: </a:t>
            </a:r>
          </a:p>
          <a:p>
            <a:r>
              <a:rPr lang="en-US" sz="2000" dirty="0"/>
              <a:t>GROUP 20, ELECTRICAL AND ELECTRONIC ENGINEERING</a:t>
            </a:r>
          </a:p>
          <a:p>
            <a:endParaRPr lang="en-US" sz="1800" b="1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714" y="608925"/>
            <a:ext cx="10113086" cy="11727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714" y="1587858"/>
            <a:ext cx="8676284" cy="42567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MONDJRO CHRISTIAN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7329723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OSEI AFRIFA ANDY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7333223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TETEKPOR PETROVA DZIDEDI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7336223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NYUMUYO OSBORNE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7331123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ANGEL ASEDA PINTO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7334523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NORBI HELINA ASANTEWAA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7330523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OPOKU RANDY AGYEMANG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7332823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ALHASSAN MOHAMMED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– 7329623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  <a:cs typeface="Helvetica" panose="020B0604020202020204" pitchFamily="34" charset="0"/>
              </a:rPr>
              <a:t> </a:t>
            </a:r>
            <a:r>
              <a:rPr lang="en-US" sz="2000" b="1" dirty="0">
                <a:latin typeface="+mj-lt"/>
                <a:cs typeface="Helvetica" panose="020B0604020202020204" pitchFamily="34" charset="0"/>
              </a:rPr>
              <a:t>OWUSU ABENA ACHIAA CLENDA </a:t>
            </a:r>
            <a:r>
              <a:rPr lang="en-US" sz="2000" dirty="0">
                <a:latin typeface="+mj-lt"/>
                <a:cs typeface="Helvetica" panose="020B0604020202020204" pitchFamily="34" charset="0"/>
              </a:rPr>
              <a:t>- 7333723</a:t>
            </a: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42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934064"/>
            <a:ext cx="10515600" cy="12683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4892" y="1906241"/>
            <a:ext cx="8462215" cy="383703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US" altLang="de-DE" sz="2000" b="1" dirty="0">
              <a:latin typeface="+mj-lt"/>
              <a:sym typeface="+mn-ea"/>
            </a:endParaRP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+mn-ea"/>
              </a:rPr>
              <a:t> Problem Statement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+mn-ea"/>
              </a:rPr>
              <a:t> Methodology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+mn-ea"/>
              </a:rPr>
              <a:t> Conclusion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EB7F-F385-FC57-7EDC-483E6483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835167"/>
          </a:xfrm>
        </p:spPr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F777-839B-F5B0-AB34-36507F21B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3564" y="1637628"/>
            <a:ext cx="9744872" cy="405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Among the gas leakage detectors, our project is specified mainly on Smoke detectors.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 Smoke detectors are life-saving safety device that addresses critical issues with fire by early detection of fires before they become large and uncontrollable.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C6917-41AB-4C17-9EFE-94E821BF26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V="1">
            <a:off x="6627435" y="3313005"/>
            <a:ext cx="3723196" cy="24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9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EB7F-F385-FC57-7EDC-483E6483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835167"/>
          </a:xfrm>
        </p:spPr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F777-839B-F5B0-AB34-36507F21B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4222" y="1515079"/>
            <a:ext cx="9744872" cy="405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Fire, which can begin from faulty wiring, smoking materials or electrical faults, produces smoke and toxic gases long before flame or fire becomes intense.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Most fire deaths are caused by smoke inhalation and not burns. Smoke contains carbon monoxide and other toxic gases that can disorient people within minutes if not noticed on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 Without a detector, occupants may not notice the fire until it has spread to block escape paths, filling rooms with dense smokes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2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42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METHODOLOGY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80734" y="1715677"/>
            <a:ext cx="9596486" cy="42130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Helvetica" panose="020B0604020202020204" pitchFamily="34" charset="0"/>
                <a:cs typeface="Helvetica" panose="020B0604020202020204" pitchFamily="34" charset="0"/>
              </a:rPr>
              <a:t>COMPONENTS USED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Arduino Uno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Breadboard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MQ-2 sensor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Buzzer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Push button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Resistors(220 ohms)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LCD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Jumper wires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Red LED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FAC693-53F5-49BB-8C22-0797572BB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086190" y="1083524"/>
            <a:ext cx="3792922" cy="50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4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2A6BF8-4EA1-4C13-9053-AECEF070D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METHODOLOGY: DESIGN OF SCHEMATIC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6A28EC-4760-40F6-894B-BA45D15B5E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6137632" cy="3969721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3F8273-0867-45E6-83B5-1E7EFB8E9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75834" y="1825625"/>
            <a:ext cx="4377965" cy="4351338"/>
          </a:xfrm>
        </p:spPr>
        <p:txBody>
          <a:bodyPr/>
          <a:lstStyle/>
          <a:p>
            <a:r>
              <a:rPr lang="en-GB" dirty="0" err="1"/>
              <a:t>Tinkercad</a:t>
            </a:r>
            <a:r>
              <a:rPr lang="en-GB" dirty="0"/>
              <a:t> was used to design and test the gas leakage detector before building.</a:t>
            </a:r>
          </a:p>
        </p:txBody>
      </p:sp>
    </p:spTree>
    <p:extLst>
      <p:ext uri="{BB962C8B-B14F-4D97-AF65-F5344CB8AC3E}">
        <p14:creationId xmlns:p14="http://schemas.microsoft.com/office/powerpoint/2010/main" val="323603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49" y="1740310"/>
            <a:ext cx="10444521" cy="4247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WHY THE GAS LEAKAGE DETECTOR MATTERS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The smoke detector sensor senses the smoke at certain concentrations and triggers the buzzer and the red LED which will make noise to draw attention .</a:t>
            </a: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The smoke detectors continuously monitor the air for particles of combustion(smoke). When smoke reaches a dangerous level, the alarm sounds loudly, giving people precious extra minutes to alert others to attempt to extinguish a small fire or escape.</a:t>
            </a: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Early warnings dramatically increases survival rates and reduces property damage.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de-DE" sz="2000" dirty="0">
                <a:latin typeface="Helvetica" pitchFamily="2" charset="0"/>
                <a:sym typeface="+mn-ea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de-DE" sz="2000" dirty="0">
              <a:latin typeface="Helvetica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5716-4F9D-116A-2401-3D765177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B479B4-C035-18D8-5715-D2835C47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1081"/>
            <a:ext cx="10252587" cy="328917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Smoke detectors protect against the hidden dangers of fire and smoke inhalation, while the gas leakage detectors protect against invisible toxic or explosive gas accumulation. </a:t>
            </a: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Installing, maintaining and testing them regularly is one of the simplest and most effective ways to prevent accidents and tragedy in any living or working space.</a:t>
            </a:r>
          </a:p>
        </p:txBody>
      </p:sp>
    </p:spTree>
    <p:extLst>
      <p:ext uri="{BB962C8B-B14F-4D97-AF65-F5344CB8AC3E}">
        <p14:creationId xmlns:p14="http://schemas.microsoft.com/office/powerpoint/2010/main" val="257618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2393</TotalTime>
  <Words>415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Wingdings</vt:lpstr>
      <vt:lpstr>Office Theme</vt:lpstr>
      <vt:lpstr>COE 381- MICROPROCESSORS</vt:lpstr>
      <vt:lpstr>GROUP MEMBERS</vt:lpstr>
      <vt:lpstr>TABLE OF CONTENTS</vt:lpstr>
      <vt:lpstr>PROBLEM STATEMENT</vt:lpstr>
      <vt:lpstr>PROBLEM STATEMENT</vt:lpstr>
      <vt:lpstr>METHODOLOGY</vt:lpstr>
      <vt:lpstr>METHODOLOGY: DESIGN OF SCHEMATIC</vt:lpstr>
      <vt:lpstr>METHODOLOGY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Clenda Owusu</cp:lastModifiedBy>
  <cp:revision>169</cp:revision>
  <dcterms:created xsi:type="dcterms:W3CDTF">2023-07-24T14:47:00Z</dcterms:created>
  <dcterms:modified xsi:type="dcterms:W3CDTF">2026-03-29T22:37:47Z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FA347B2064AE4A298FF75A44832E6800_13</vt:lpwstr>
  </property>
  <property fmtid="{D5CDD505-2E9C-101B-9397-08002B2CF9AE}" pid="3" name="KSOProductBuildVer">
    <vt:lpwstr>2057-12.2.0.13359</vt:lpwstr>
  </property>
</Properties>
</file>