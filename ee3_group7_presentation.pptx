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3"/>
    <p:sldId id="527" r:id="rId4"/>
    <p:sldId id="528" r:id="rId5"/>
    <p:sldId id="529" r:id="rId6"/>
    <p:sldId id="534" r:id="rId7"/>
    <p:sldId id="533" r:id="rId8"/>
    <p:sldId id="531" r:id="rId9"/>
    <p:sldId id="541" r:id="rId10"/>
    <p:sldId id="532" r:id="rId11"/>
    <p:sldId id="536" r:id="rId12"/>
    <p:sldId id="53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melo075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00"/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98" y="78"/>
      </p:cViewPr>
      <p:guideLst>
        <p:guide orient="horz" pos="221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9539-6AA4-4B20-8277-ACCA791514E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tinkercad.com/things/jikvkJAkMv4-micro-p/editel?returnTo=%2Fdashboard%2Fdesigns%2Fcircuits&amp;sharecode=5k_P179p3gQLKnhql0zgd_3UnKqTfd9jk76eKHS9WJY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9890" y="793750"/>
            <a:ext cx="7860665" cy="165989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890" dirty="0">
                <a:latin typeface="Times New Roman" panose="02020603050405020304" charset="0"/>
                <a:cs typeface="Times New Roman" panose="02020603050405020304" charset="0"/>
              </a:rPr>
              <a:t>MICROPROCESSORS PROJECT PRESENTATION</a:t>
            </a:r>
            <a:endParaRPr lang="en-US" sz="489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4365" y="2595245"/>
            <a:ext cx="7616190" cy="3540760"/>
          </a:xfrm>
        </p:spPr>
        <p:txBody>
          <a:bodyPr>
            <a:normAutofit fontScale="90000" lnSpcReduction="20000"/>
          </a:bodyPr>
          <a:lstStyle/>
          <a:p>
            <a:pPr algn="l"/>
            <a:endParaRPr lang="en-US" b="1" dirty="0"/>
          </a:p>
          <a:p>
            <a:pPr algn="l"/>
            <a:r>
              <a:rPr lang="en-US" sz="3110" b="1" dirty="0">
                <a:latin typeface="Times New Roman" panose="02020603050405020304" charset="0"/>
                <a:cs typeface="Times New Roman" panose="02020603050405020304" charset="0"/>
              </a:rPr>
              <a:t>TOPIC: SMART HAND SANITIZER DISPENSER</a:t>
            </a:r>
            <a:endParaRPr lang="en-US" sz="311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Presented By: Electrical Group 7          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Supervised By:  Ing. Dr. Eliel Keelson       </a:t>
            </a:r>
            <a:r>
              <a:rPr lang="en-US" b="1" dirty="0">
                <a:sym typeface="+mn-ea"/>
              </a:rPr>
              <a:t> </a:t>
            </a:r>
            <a:r>
              <a:rPr lang="en-US" sz="1800" b="1" dirty="0">
                <a:sym typeface="+mn-ea"/>
              </a:rPr>
              <a:t>   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941580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ELECTRICAL</a:t>
            </a:r>
            <a:r>
              <a:rPr lang="en-GB" altLang="en-US" u="sng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GROUP 7</a:t>
            </a:r>
            <a:r>
              <a:rPr lang="en-GB" altLang="en-US" u="sng" dirty="0">
                <a:latin typeface="Times New Roman" panose="02020603050405020304" charset="0"/>
                <a:cs typeface="Times New Roman" panose="02020603050405020304" charset="0"/>
              </a:rPr>
              <a:t> MEMBERS</a:t>
            </a:r>
            <a:endParaRPr lang="en-GB" alt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504"/>
            <a:ext cx="10515600" cy="461852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1. Stephen Tufuor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Amponsah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- 7314723</a:t>
            </a:r>
            <a:endParaRPr lang="en-GB" alt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2. Allen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Amoako-Ansong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-7314323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3. Benjamin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Amfo-Swanzy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-7313323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4. Melody N. E.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Annan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-7315023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5. Nancy Ode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Boakye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-7320523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6. Ama Agyeiwaa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Antwi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-7315123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7. Ebenezer Arthur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Ayirebi 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-7316023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8. Jason Safro-Adu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Amankwah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-7313123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9. Kw</a:t>
            </a:r>
            <a:r>
              <a:rPr lang="en-GB" altLang="en-US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ku Agyekum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Ampofo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 -7314623</a:t>
            </a:r>
            <a:endParaRPr lang="en-GB" alt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TABLE OF CONTENTS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Project statement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Methodology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Demonstration/ Simulation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Conclusion 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3860"/>
            <a:ext cx="10515600" cy="742798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1723"/>
            <a:ext cx="10515600" cy="4897354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500" dirty="0">
                <a:latin typeface="Times New Roman" panose="02020603050405020304" charset="0"/>
                <a:cs typeface="Times New Roman" panose="02020603050405020304" charset="0"/>
              </a:rPr>
              <a:t>Maintaining proper hand hygiene is important for preventing the spread of germs and infections. Conventional sanitizer bottles require physical contact, which can lead to contamination when used by many people.</a:t>
            </a:r>
            <a:endParaRPr 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500" dirty="0">
                <a:latin typeface="Times New Roman" panose="02020603050405020304" charset="0"/>
                <a:cs typeface="Times New Roman" panose="02020603050405020304" charset="0"/>
              </a:rPr>
              <a:t>There is also the problem of sanitizer wastage due to a more than necessary amount of pumping by users.</a:t>
            </a:r>
            <a:endParaRPr 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500" dirty="0">
                <a:latin typeface="Times New Roman" panose="02020603050405020304" charset="0"/>
                <a:cs typeface="Times New Roman" panose="02020603050405020304" charset="0"/>
              </a:rPr>
              <a:t>To solve this problem, our project proposes a </a:t>
            </a:r>
            <a:r>
              <a:rPr lang="en-US" sz="2500" b="1" dirty="0">
                <a:latin typeface="Times New Roman" panose="02020603050405020304" charset="0"/>
                <a:cs typeface="Times New Roman" panose="02020603050405020304" charset="0"/>
              </a:rPr>
              <a:t>touch-free smart hand sanitizer dispenser</a:t>
            </a:r>
            <a:r>
              <a:rPr lang="en-US" sz="2500" dirty="0">
                <a:latin typeface="Times New Roman" panose="02020603050405020304" charset="0"/>
                <a:cs typeface="Times New Roman" panose="02020603050405020304" charset="0"/>
              </a:rPr>
              <a:t>. The system detects a hand and automatically dispenses sanitizer once; it only dispenses again after the hand is removed and brought back.</a:t>
            </a:r>
            <a:endParaRPr 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901824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789"/>
            <a:ext cx="10515600" cy="427799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The project was simulated online using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Tinkercad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. This was the approach taken. We used;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an HC-SR04 ultrasonic sensor to detect the presence of a hand by measuring distance.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an Arduino Uno to process the measured distance(signal).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 DC motor, representing a pump, to simulate sanitizer dispensing.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an LED to turn ON to indicate sanitizer dispensing.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To prevent repeated dispensing, we used a Boolean operation.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We also made sure the system resets only after the hand is removed.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888573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85102"/>
            <a:ext cx="4807226" cy="4751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SCHEMATIC OVERVIEW: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TextBox 3"/>
          <p:cNvSpPr txBox="1"/>
          <p:nvPr/>
        </p:nvSpPr>
        <p:spPr>
          <a:xfrm>
            <a:off x="6536773" y="1385123"/>
            <a:ext cx="5575852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charset="0"/>
                <a:cs typeface="Times New Roman" panose="02020603050405020304" charset="0"/>
              </a:rPr>
              <a:t>CODE OVERVIEW</a:t>
            </a:r>
            <a:endParaRPr lang="en-US" sz="2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923" r="1526"/>
          <a:stretch>
            <a:fillRect/>
          </a:stretch>
        </p:blipFill>
        <p:spPr>
          <a:xfrm>
            <a:off x="5645150" y="1772920"/>
            <a:ext cx="5438775" cy="42779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4599" t="12307" r="4071" b="29294"/>
          <a:stretch>
            <a:fillRect/>
          </a:stretch>
        </p:blipFill>
        <p:spPr>
          <a:xfrm>
            <a:off x="923290" y="1863725"/>
            <a:ext cx="4173855" cy="41033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23810" y="5065395"/>
            <a:ext cx="522605" cy="21336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7560310" y="5003165"/>
            <a:ext cx="7785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600">
                <a:solidFill>
                  <a:schemeClr val="bg1"/>
                </a:solidFill>
              </a:rPr>
              <a:t>FALSE </a:t>
            </a:r>
            <a:endParaRPr lang="en-GB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6710"/>
            <a:ext cx="10515600" cy="782554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DEMONSTRATION/SIMULATION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334"/>
            <a:ext cx="10515600" cy="4738330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During the Tinkercad  simulation;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The motor and LED remained OFF when no hand was present.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The motor turned ON for one second and the LED lit up when a hand entered the detection range.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The system did not dispense again while the hand remained under the dispenser.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The system reset when the hand was moved more than 15cm away.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The system re-activated when the hand returned into the detection range.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altLang="en-US" sz="2400" b="1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This showcases the system’s functionality.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667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DEMONSTRATION/SIMULATION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887"/>
            <a:ext cx="10515600" cy="4685319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100" b="1" dirty="0">
                <a:latin typeface="Times New Roman" panose="02020603050405020304" charset="0"/>
                <a:cs typeface="Times New Roman" panose="02020603050405020304" charset="0"/>
              </a:rPr>
              <a:t>Link to simulation: </a:t>
            </a:r>
            <a:r>
              <a:rPr lang="en-US" sz="2100" dirty="0">
                <a:latin typeface="Times New Roman" panose="02020603050405020304" charset="0"/>
                <a:cs typeface="Times New Roman" panose="02020603050405020304" charset="0"/>
                <a:hlinkClick r:id="rId1"/>
              </a:rPr>
              <a:t>https://www.tinkercad.com/things/jikvkJAkMv4-micro-p/editel?returnTo=%2Fdashboard%2Fdesigns%2Fcircuits&amp;sharecode=5k_P179p3gQLKnhql0zgd_3UnKqTfd9jk76eKHS9WJY</a:t>
            </a: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100" b="1" dirty="0">
                <a:latin typeface="Times New Roman" panose="02020603050405020304" charset="0"/>
                <a:cs typeface="Times New Roman" panose="02020603050405020304" charset="0"/>
              </a:rPr>
              <a:t>Key Takeaways From Simulation:</a:t>
            </a:r>
            <a:endParaRPr lang="en-US" sz="21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The system achieved touch-free operation.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The sensor successfully detected hand presence.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The motor effectively simulated sanitizer dispensing.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The LED provided a clear visual indication during operation.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charset="0"/>
                <a:cs typeface="Times New Roman" panose="02020603050405020304" charset="0"/>
              </a:rPr>
              <a:t>The control logic prevented sanitizer wastage by avoiding repeated dispensing.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2879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226"/>
            <a:ext cx="10515600" cy="427799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smart hand sanitizer dispenser was successfully designed and simulated using Tinkercad. 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-The project demonstrated how an Arduino Uno, an ultrasonic sensor, motor and LED can be combined to create a functional touch-free sanitizing system.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Challenges encountered: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Preventing repeated dispensing while the hand remained in place(solved using control logic)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Ensuring stable motor control (solved using an NPN transistor and a diode)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Possible improvements: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Use of real liquid pump in hardware implementation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Addition of buzzer or LCD display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Battery-powered portable design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3C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3C00"/>
                </a:solidFill>
                <a:latin typeface="Times New Roman" panose="02020603050405020304" charset="0"/>
                <a:cs typeface="Times New Roman" panose="02020603050405020304" charset="0"/>
              </a:rPr>
              <a:t>END OF PRESENTATION</a:t>
            </a:r>
            <a:endParaRPr lang="en-US" b="1" dirty="0">
              <a:solidFill>
                <a:srgbClr val="003C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0</TotalTime>
  <Words>3245</Words>
  <Application>WPS Presentation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MICROPROCESSORS PROJECT PRESENTATION</vt:lpstr>
      <vt:lpstr>ELECTRICAL-GROUP 7</vt:lpstr>
      <vt:lpstr>TABLE OF CONTENTS</vt:lpstr>
      <vt:lpstr>PROBLEM STATEMENT</vt:lpstr>
      <vt:lpstr>METHODOLOGY</vt:lpstr>
      <vt:lpstr>METHODOLOGY</vt:lpstr>
      <vt:lpstr>DEMONSTRATION/SIMULATION</vt:lpstr>
      <vt:lpstr>DEMONSTRATION/SIMULATION</vt:lpstr>
      <vt:lpstr>CONCLUSION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Amponsah</cp:lastModifiedBy>
  <cp:revision>139</cp:revision>
  <dcterms:created xsi:type="dcterms:W3CDTF">2023-07-24T14:47:00Z</dcterms:created>
  <dcterms:modified xsi:type="dcterms:W3CDTF">2026-03-27T18:10:21Z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179982B7A598441EB0BC8AB69FC9606D_13</vt:lpwstr>
  </property>
  <property fmtid="{D5CDD505-2E9C-101B-9397-08002B2CF9AE}" pid="3" name="KSOProductBuildVer">
    <vt:lpwstr>2057-12.2.0.23196</vt:lpwstr>
  </property>
</Properties>
</file>